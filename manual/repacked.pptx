
<file path=[Content_Types].xml><?xml version="1.0" encoding="utf-8"?>
<Types xmlns="http://schemas.openxmlformats.org/package/2006/content-types">
  <Default Extension="bin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48" r:id="rId5"/>
  </p:sldIdLst>
  <p:sldSz cx="12192000" cy="6858000"/>
  <p:notesSz cx="7315200" cy="96012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A4D"/>
    <a:srgbClr val="F2F2F2"/>
    <a:srgbClr val="DCECA0"/>
    <a:srgbClr val="000000"/>
    <a:srgbClr val="FFCD00"/>
    <a:srgbClr val="ED8B00"/>
    <a:srgbClr val="DB291C"/>
    <a:srgbClr val="FF9900"/>
    <a:srgbClr val="C00000"/>
    <a:srgbClr val="3C8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7D7F11-19AD-4D8C-B4C4-01926A5A753D}" v="1" dt="2026-05-26T20:56:11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799" autoAdjust="0"/>
  </p:normalViewPr>
  <p:slideViewPr>
    <p:cSldViewPr snapToGrid="0" showGuides="1">
      <p:cViewPr varScale="1">
        <p:scale>
          <a:sx n="77" d="100"/>
          <a:sy n="77" d="100"/>
        </p:scale>
        <p:origin x="2006" y="55"/>
      </p:cViewPr>
      <p:guideLst/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>
                <a:latin typeface="Arial" panose="020B0604020202020204" pitchFamily="34" charset="0"/>
              </a:rPr>
              <a:t>5/26/2026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/>
              <a:pPr/>
              <a:t>5/26/2026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520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19272" y="688848"/>
            <a:ext cx="5562600" cy="5556504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6" name="MIO_AGENDA_IGNORE_NAVIGATION" hidden="1">
            <a:extLst>
              <a:ext uri="{FF2B5EF4-FFF2-40B4-BE49-F238E27FC236}">
                <a16:creationId xmlns:a16="http://schemas.microsoft.com/office/drawing/2014/main" id="{D35CEE80-9913-49B6-AD2D-CD6015DCEA12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MIO_AGENDA_IGNORE_CHAPTER_REFERENCE" hidden="1">
            <a:extLst>
              <a:ext uri="{FF2B5EF4-FFF2-40B4-BE49-F238E27FC236}">
                <a16:creationId xmlns:a16="http://schemas.microsoft.com/office/drawing/2014/main" id="{6BB5887F-93D5-475B-917E-FCC7B89F3723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37D77E-C437-42FD-91ED-6990608855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4852" y="5659120"/>
            <a:ext cx="1198880" cy="119888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31349D2-DAF0-41C5-BA94-B41BAA89F5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027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296" y="6365848"/>
            <a:ext cx="4446269" cy="2730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AA5D9D6B-8AE5-40BD-B06B-DB5F7F3841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16942" y="688848"/>
            <a:ext cx="5562600" cy="5556504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6" name="MIO_AGENDA_IGNORE_NAVIGATION" hidden="1">
            <a:extLst>
              <a:ext uri="{FF2B5EF4-FFF2-40B4-BE49-F238E27FC236}">
                <a16:creationId xmlns:a16="http://schemas.microsoft.com/office/drawing/2014/main" id="{E87F14BC-2A89-442C-A2A4-F8C495F64EDE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MIO_AGENDA_IGNORE_CHAPTER_REFERENCE" hidden="1">
            <a:extLst>
              <a:ext uri="{FF2B5EF4-FFF2-40B4-BE49-F238E27FC236}">
                <a16:creationId xmlns:a16="http://schemas.microsoft.com/office/drawing/2014/main" id="{47AE036B-D905-4E75-9AA0-BBD4F9B323D9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2EDD38-A67F-487C-BB7B-5F5DC4527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659120"/>
            <a:ext cx="1198880" cy="1198880"/>
          </a:xfrm>
          <a:prstGeom prst="rect">
            <a:avLst/>
          </a:prstGeom>
        </p:spPr>
      </p:pic>
      <p:sp>
        <p:nvSpPr>
          <p:cNvPr id="53" name="Title">
            <a:extLst>
              <a:ext uri="{FF2B5EF4-FFF2-40B4-BE49-F238E27FC236}">
                <a16:creationId xmlns:a16="http://schemas.microsoft.com/office/drawing/2014/main" id="{647FBB06-57A1-478F-8BCE-57D05265516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63296" y="5186209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C412CF89-26F0-4AB2-8D88-137CCA6147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8718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8" name="Text Placeholder">
            <a:extLst>
              <a:ext uri="{FF2B5EF4-FFF2-40B4-BE49-F238E27FC236}">
                <a16:creationId xmlns:a16="http://schemas.microsoft.com/office/drawing/2014/main" id="{7843742C-26CB-411F-8564-503092419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296" y="6364224"/>
            <a:ext cx="4446269" cy="2730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A7C729B7-24CD-4887-BCB2-9B9E69736AAE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63296" y="5186209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0" name="MIO_AGENDA_IGNORE_NAVIGATION" hidden="1">
            <a:extLst>
              <a:ext uri="{FF2B5EF4-FFF2-40B4-BE49-F238E27FC236}">
                <a16:creationId xmlns:a16="http://schemas.microsoft.com/office/drawing/2014/main" id="{21E6B44B-2911-4D90-ADF1-345D287BEC40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MIO_AGENDA_IGNORE_CHAPTER_REFERENCE" hidden="1">
            <a:extLst>
              <a:ext uri="{FF2B5EF4-FFF2-40B4-BE49-F238E27FC236}">
                <a16:creationId xmlns:a16="http://schemas.microsoft.com/office/drawing/2014/main" id="{D22541A4-6CCB-49E3-87E5-CEF66BC7C1D8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1AB6879-BEBD-4350-977F-6C885661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659120"/>
            <a:ext cx="1198880" cy="119888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25B7AF9E-742A-47DF-A61D-D1C76DE36B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015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with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22750D-2EAF-4C12-8740-B6E6A96150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4" name="Text Placeholder">
            <a:extLst>
              <a:ext uri="{FF2B5EF4-FFF2-40B4-BE49-F238E27FC236}">
                <a16:creationId xmlns:a16="http://schemas.microsoft.com/office/drawing/2014/main" id="{E65ED79E-D6FD-4D90-9073-C8776CB6A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1" y="6365848"/>
            <a:ext cx="4490721" cy="2730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MIO_AGENDA_IGNORE_NAVIGATION" hidden="1">
            <a:extLst>
              <a:ext uri="{FF2B5EF4-FFF2-40B4-BE49-F238E27FC236}">
                <a16:creationId xmlns:a16="http://schemas.microsoft.com/office/drawing/2014/main" id="{9970BE9A-08D6-4159-A7B6-88479C7815D6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MIO_AGENDA_IGNORE_CHAPTER_REFERENCE" hidden="1">
            <a:extLst>
              <a:ext uri="{FF2B5EF4-FFF2-40B4-BE49-F238E27FC236}">
                <a16:creationId xmlns:a16="http://schemas.microsoft.com/office/drawing/2014/main" id="{470398AC-9E3C-4202-BC74-310D36FEDC82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1CFDFEF-967E-43B5-BC07-2E7BB4B587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4852" y="5659120"/>
            <a:ext cx="1198880" cy="1198880"/>
          </a:xfrm>
          <a:prstGeom prst="rect">
            <a:avLst/>
          </a:prstGeom>
        </p:spPr>
      </p:pic>
      <p:sp>
        <p:nvSpPr>
          <p:cNvPr id="41" name="Title">
            <a:extLst>
              <a:ext uri="{FF2B5EF4-FFF2-40B4-BE49-F238E27FC236}">
                <a16:creationId xmlns:a16="http://schemas.microsoft.com/office/drawing/2014/main" id="{70F15D73-40F4-4F95-9E2A-7A67F615DB4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1A2DAA7F-8705-4A88-8757-C05EBC23AB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9730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 bwMode="gray">
          <a:xfrm>
            <a:off x="463296" y="3471532"/>
            <a:ext cx="11271504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MIO_AGENDA_IGNORE_NAVIGATION" hidden="1">
            <a:extLst>
              <a:ext uri="{FF2B5EF4-FFF2-40B4-BE49-F238E27FC236}">
                <a16:creationId xmlns:a16="http://schemas.microsoft.com/office/drawing/2014/main" id="{A2163211-8843-4B3A-A173-4CC8DE6FF39B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MIO_AGENDA_IGNORE_CHAPTER_REFERENCE" hidden="1">
            <a:extLst>
              <a:ext uri="{FF2B5EF4-FFF2-40B4-BE49-F238E27FC236}">
                <a16:creationId xmlns:a16="http://schemas.microsoft.com/office/drawing/2014/main" id="{8F02921B-CECB-4A04-AB2B-50AE546A3B6D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865A405-35D0-4739-A14B-D2CB0D38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544022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 accent 4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/>
          <p:cNvSpPr>
            <a:spLocks noGrp="1"/>
          </p:cNvSpPr>
          <p:nvPr>
            <p:ph type="title"/>
          </p:nvPr>
        </p:nvSpPr>
        <p:spPr bwMode="gray">
          <a:xfrm>
            <a:off x="469901" y="1726936"/>
            <a:ext cx="11264900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"/>
          <p:cNvSpPr>
            <a:spLocks noGrp="1"/>
          </p:cNvSpPr>
          <p:nvPr>
            <p:ph type="body" idx="1"/>
          </p:nvPr>
        </p:nvSpPr>
        <p:spPr bwMode="gray">
          <a:xfrm>
            <a:off x="469901" y="3474720"/>
            <a:ext cx="112649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MIO_AGENDA_IGNORE_NAVIGATION" hidden="1">
            <a:extLst>
              <a:ext uri="{FF2B5EF4-FFF2-40B4-BE49-F238E27FC236}">
                <a16:creationId xmlns:a16="http://schemas.microsoft.com/office/drawing/2014/main" id="{B33AFD28-F06F-4496-B660-E40557BF44B7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MIO_AGENDA_IGNORE_CHAPTER_REFERENCE" hidden="1">
            <a:extLst>
              <a:ext uri="{FF2B5EF4-FFF2-40B4-BE49-F238E27FC236}">
                <a16:creationId xmlns:a16="http://schemas.microsoft.com/office/drawing/2014/main" id="{9233F6B7-3A6D-4D1B-A7FB-196EDC508EEF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aseCode" hidden="1">
            <a:extLst>
              <a:ext uri="{FF2B5EF4-FFF2-40B4-BE49-F238E27FC236}">
                <a16:creationId xmlns:a16="http://schemas.microsoft.com/office/drawing/2014/main" id="{882A5C28-0BF5-4D8F-94C9-8EE9CE72457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8F3C3DFA-9FB3-46AB-BDF5-39E1DC27293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6FC1D4-487D-4C1C-A92F-A0C6E30EA16B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9780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/>
          <p:cNvSpPr>
            <a:spLocks noGrp="1"/>
          </p:cNvSpPr>
          <p:nvPr>
            <p:ph type="title"/>
          </p:nvPr>
        </p:nvSpPr>
        <p:spPr bwMode="gray">
          <a:xfrm>
            <a:off x="469901" y="1728217"/>
            <a:ext cx="11264900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"/>
          <p:cNvSpPr>
            <a:spLocks noGrp="1"/>
          </p:cNvSpPr>
          <p:nvPr>
            <p:ph type="body" idx="1"/>
          </p:nvPr>
        </p:nvSpPr>
        <p:spPr bwMode="gray">
          <a:xfrm>
            <a:off x="469901" y="3474720"/>
            <a:ext cx="112649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MIO_AGENDA_IGNORE_NAVIGATION" hidden="1">
            <a:extLst>
              <a:ext uri="{FF2B5EF4-FFF2-40B4-BE49-F238E27FC236}">
                <a16:creationId xmlns:a16="http://schemas.microsoft.com/office/drawing/2014/main" id="{8361DA31-7C99-49AA-A40D-CC798429750C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D1BC51F7-D24C-4262-85CD-7EFD0E8E4885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aseCode" hidden="1">
            <a:extLst>
              <a:ext uri="{FF2B5EF4-FFF2-40B4-BE49-F238E27FC236}">
                <a16:creationId xmlns:a16="http://schemas.microsoft.com/office/drawing/2014/main" id="{7D770CEC-7A1C-4675-B9F6-4684B6BC5EE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32612B95-CBCE-43BD-ACD5-F7E8E28AD6C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997DD9-C2E6-4412-906F-CEA396FE065F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4581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 accent 1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 bwMode="gray">
          <a:xfrm>
            <a:off x="463296" y="1728217"/>
            <a:ext cx="11271504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11271504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MIO_AGENDA_IGNORE_NAVIGATION" hidden="1">
            <a:extLst>
              <a:ext uri="{FF2B5EF4-FFF2-40B4-BE49-F238E27FC236}">
                <a16:creationId xmlns:a16="http://schemas.microsoft.com/office/drawing/2014/main" id="{0837ED46-4108-4499-BE40-E17599CFD675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BD69D7E4-8FB7-4417-A428-3FC842962DF0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aseCode" hidden="1">
            <a:extLst>
              <a:ext uri="{FF2B5EF4-FFF2-40B4-BE49-F238E27FC236}">
                <a16:creationId xmlns:a16="http://schemas.microsoft.com/office/drawing/2014/main" id="{EE7151CE-534A-4DA8-B077-606246FFE4A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pyright">
            <a:extLst>
              <a:ext uri="{FF2B5EF4-FFF2-40B4-BE49-F238E27FC236}">
                <a16:creationId xmlns:a16="http://schemas.microsoft.com/office/drawing/2014/main" id="{9F6D2D6D-4A12-45B7-A359-4B35E6BD19C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5B17B4-6589-41B3-A983-093BB26C9BCC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1696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 accent 2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/>
          <p:cNvSpPr>
            <a:spLocks noGrp="1"/>
          </p:cNvSpPr>
          <p:nvPr>
            <p:ph type="title"/>
          </p:nvPr>
        </p:nvSpPr>
        <p:spPr bwMode="gray">
          <a:xfrm>
            <a:off x="463296" y="1728217"/>
            <a:ext cx="11227056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11227056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MIO_AGENDA_IGNORE_NAVIGATION" hidden="1">
            <a:extLst>
              <a:ext uri="{FF2B5EF4-FFF2-40B4-BE49-F238E27FC236}">
                <a16:creationId xmlns:a16="http://schemas.microsoft.com/office/drawing/2014/main" id="{9FC4547F-C195-4067-8008-B68776595B5D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12EACD47-41DE-4CD2-A21A-14DBE7C985AF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aseCode" hidden="1">
            <a:extLst>
              <a:ext uri="{FF2B5EF4-FFF2-40B4-BE49-F238E27FC236}">
                <a16:creationId xmlns:a16="http://schemas.microsoft.com/office/drawing/2014/main" id="{6354E020-0B8B-4490-8FBE-69D3AA2C5D8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pyright">
            <a:extLst>
              <a:ext uri="{FF2B5EF4-FFF2-40B4-BE49-F238E27FC236}">
                <a16:creationId xmlns:a16="http://schemas.microsoft.com/office/drawing/2014/main" id="{1775EE3B-1424-455C-B471-9011952BEC3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004DD8-5CCD-47AF-881E-102D039801F2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374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 accent 3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 bwMode="gray">
          <a:xfrm>
            <a:off x="463296" y="1728217"/>
            <a:ext cx="11227056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11227056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MIO_AGENDA_IGNORE_NAVIGATION" hidden="1">
            <a:extLst>
              <a:ext uri="{FF2B5EF4-FFF2-40B4-BE49-F238E27FC236}">
                <a16:creationId xmlns:a16="http://schemas.microsoft.com/office/drawing/2014/main" id="{27CF3F4C-5874-4930-8527-36305B15F574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MIO_AGENDA_IGNORE_CHAPTER_REFERENCE" hidden="1">
            <a:extLst>
              <a:ext uri="{FF2B5EF4-FFF2-40B4-BE49-F238E27FC236}">
                <a16:creationId xmlns:a16="http://schemas.microsoft.com/office/drawing/2014/main" id="{BBDF0290-19AC-4946-8A62-805CF2CCDC9C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CaseCode" hidden="1">
            <a:extLst>
              <a:ext uri="{FF2B5EF4-FFF2-40B4-BE49-F238E27FC236}">
                <a16:creationId xmlns:a16="http://schemas.microsoft.com/office/drawing/2014/main" id="{A5F15993-9A11-497E-9B56-FBC6CFC14D8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pyright">
            <a:extLst>
              <a:ext uri="{FF2B5EF4-FFF2-40B4-BE49-F238E27FC236}">
                <a16:creationId xmlns:a16="http://schemas.microsoft.com/office/drawing/2014/main" id="{9688FFC8-7352-479D-AA3C-FD6DC60CED1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829B2D-FBA8-486E-BA8A-D44EBE6D7A73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609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green acc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/>
          </p:nvPr>
        </p:nvSpPr>
        <p:spPr>
          <a:xfrm>
            <a:off x="463297" y="1714500"/>
            <a:ext cx="9323916" cy="4648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3600">
                <a:solidFill>
                  <a:schemeClr val="bg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CAC30FC8-4769-493E-8A50-EE686BE7D3B5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MIO_AGENDA_IGNORE_CHAPTER_REFERENCE" hidden="1">
            <a:extLst>
              <a:ext uri="{FF2B5EF4-FFF2-40B4-BE49-F238E27FC236}">
                <a16:creationId xmlns:a16="http://schemas.microsoft.com/office/drawing/2014/main" id="{A86122FE-538F-4A32-A4D5-095A77004C94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aseCode" hidden="1">
            <a:extLst>
              <a:ext uri="{FF2B5EF4-FFF2-40B4-BE49-F238E27FC236}">
                <a16:creationId xmlns:a16="http://schemas.microsoft.com/office/drawing/2014/main" id="{8543C88E-E176-4291-8A87-994374277F5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2A178BA9-7781-4CBD-AA26-059841B96E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DB4A35-A981-4070-976E-FF0B78FCCF1C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89266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Green Accent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463296" y="1714500"/>
            <a:ext cx="9341104" cy="4648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3600">
                <a:solidFill>
                  <a:schemeClr val="bg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8AC01345-8637-49F7-B27A-1F3623D0EA44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MIO_AGENDA_IGNORE_CHAPTER_REFERENCE" hidden="1">
            <a:extLst>
              <a:ext uri="{FF2B5EF4-FFF2-40B4-BE49-F238E27FC236}">
                <a16:creationId xmlns:a16="http://schemas.microsoft.com/office/drawing/2014/main" id="{1537F287-C3D9-41AB-A895-877ED68E01DE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aseCode" hidden="1">
            <a:extLst>
              <a:ext uri="{FF2B5EF4-FFF2-40B4-BE49-F238E27FC236}">
                <a16:creationId xmlns:a16="http://schemas.microsoft.com/office/drawing/2014/main" id="{3937E4FF-E016-44F3-AD4A-BD40518CEBF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70F3F35D-F2C2-4AB4-B366-EEC863736AF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DB589F-A6FF-45A0-9279-59580FC81C96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21314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8A2ACF0E-68DE-4019-9B26-9765BBDE1FC4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MIO_AGENDA_IGNORE_CHAPTER_REFERENCE" hidden="1">
            <a:extLst>
              <a:ext uri="{FF2B5EF4-FFF2-40B4-BE49-F238E27FC236}">
                <a16:creationId xmlns:a16="http://schemas.microsoft.com/office/drawing/2014/main" id="{8170BC7A-230F-4CFF-B510-7C11B6B6B394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aseCode" hidden="1">
            <a:extLst>
              <a:ext uri="{FF2B5EF4-FFF2-40B4-BE49-F238E27FC236}">
                <a16:creationId xmlns:a16="http://schemas.microsoft.com/office/drawing/2014/main" id="{11B7F5CA-811D-4AE2-962B-BF8A99E307A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7EB031C3-69E1-4133-9550-E7CB21DD10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089A2F-E1F6-41D3-964D-CBD86C232A5E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49B5320A-11DF-45D8-82E3-989BED6B59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296" y="1714500"/>
            <a:ext cx="9341104" cy="4648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3600">
                <a:solidFill>
                  <a:schemeClr val="bg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480365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BE26B797-9949-48A3-976D-A898E3C18E42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MIO_AGENDA_IGNORE_CHAPTER_REFERENCE" hidden="1">
            <a:extLst>
              <a:ext uri="{FF2B5EF4-FFF2-40B4-BE49-F238E27FC236}">
                <a16:creationId xmlns:a16="http://schemas.microsoft.com/office/drawing/2014/main" id="{14E60C47-69F3-4ABA-80FD-E5DF82E7BA19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aseCode" hidden="1">
            <a:extLst>
              <a:ext uri="{FF2B5EF4-FFF2-40B4-BE49-F238E27FC236}">
                <a16:creationId xmlns:a16="http://schemas.microsoft.com/office/drawing/2014/main" id="{09112F48-72C6-45E5-A1E0-1581DF24E17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A22A7399-BED7-4421-B384-26835214549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BAD39A-8E4D-4CED-BFA6-6A113684235A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0B218C54-9132-4035-AE4B-9AB4B0A07E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296" y="1714500"/>
            <a:ext cx="9341104" cy="4648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3600">
                <a:solidFill>
                  <a:schemeClr val="bg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487453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/>
          </p:nvPr>
        </p:nvSpPr>
        <p:spPr>
          <a:xfrm>
            <a:off x="475488" y="1719072"/>
            <a:ext cx="9328912" cy="4643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7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342900" indent="-342900">
              <a:defRPr sz="2250">
                <a:solidFill>
                  <a:schemeClr val="bg2"/>
                </a:solidFill>
              </a:defRPr>
            </a:lvl2pPr>
            <a:lvl3pPr>
              <a:defRPr sz="2250">
                <a:solidFill>
                  <a:schemeClr val="bg2"/>
                </a:solidFill>
              </a:defRPr>
            </a:lvl3pPr>
            <a:lvl4pPr>
              <a:defRPr sz="2250">
                <a:solidFill>
                  <a:schemeClr val="bg2"/>
                </a:solidFill>
              </a:defRPr>
            </a:lvl4pPr>
            <a:lvl5pPr>
              <a:defRPr sz="2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7583F471-57B6-4DAA-89A7-6E0D0C078BFC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MIO_AGENDA_IGNORE_CHAPTER_REFERENCE" hidden="1">
            <a:extLst>
              <a:ext uri="{FF2B5EF4-FFF2-40B4-BE49-F238E27FC236}">
                <a16:creationId xmlns:a16="http://schemas.microsoft.com/office/drawing/2014/main" id="{D1E299B4-0A88-451E-904B-278ECCE2D8C1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59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"/>
          <p:cNvSpPr>
            <a:spLocks noGrp="1"/>
          </p:cNvSpPr>
          <p:nvPr>
            <p:ph idx="1"/>
          </p:nvPr>
        </p:nvSpPr>
        <p:spPr>
          <a:xfrm>
            <a:off x="463296" y="1714500"/>
            <a:ext cx="11277600" cy="4648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 sz="1200">
                <a:latin typeface="+mn-lt"/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defRPr sz="1200">
                <a:latin typeface="+mj-lt"/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defRPr sz="1200">
                <a:latin typeface="+mn-lt"/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defRPr sz="1200">
                <a:latin typeface="+mn-lt"/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1AF4B88-9BDB-4994-AE11-3A74CC55FE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6" y="347473"/>
            <a:ext cx="112776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21181792"/>
      </p:ext>
    </p:extLst>
  </p:cSld>
  <p:clrMapOvr>
    <a:masterClrMapping/>
  </p:clrMapOvr>
  <p:transition>
    <p:fade/>
  </p:transition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"/>
          <p:cNvSpPr>
            <a:spLocks noGrp="1"/>
          </p:cNvSpPr>
          <p:nvPr>
            <p:ph sz="quarter" idx="10"/>
          </p:nvPr>
        </p:nvSpPr>
        <p:spPr>
          <a:xfrm>
            <a:off x="463296" y="1714500"/>
            <a:ext cx="9341104" cy="4648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47060" algn="r"/>
              </a:tabLst>
              <a:defRPr sz="1200">
                <a:latin typeface="+mn-lt"/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5047060" algn="r"/>
              </a:tabLst>
              <a:defRPr sz="1200">
                <a:latin typeface="+mj-lt"/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5047060" algn="r"/>
              </a:tabLst>
              <a:defRPr sz="1200">
                <a:latin typeface="+mn-lt"/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5047060" algn="r"/>
              </a:tabLst>
              <a:defRPr sz="1200">
                <a:latin typeface="+mn-lt"/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+mn-lt"/>
              </a:defRPr>
            </a:lvl5pPr>
            <a:lvl6pPr>
              <a:tabLst>
                <a:tab pos="5047060" algn="r"/>
              </a:tabLst>
              <a:defRPr/>
            </a:lvl6pPr>
            <a:lvl7pPr>
              <a:tabLst>
                <a:tab pos="5047060" algn="r"/>
              </a:tabLst>
              <a:defRPr/>
            </a:lvl7pPr>
            <a:lvl8pPr>
              <a:tabLst>
                <a:tab pos="5047060" algn="r"/>
              </a:tabLst>
              <a:defRPr/>
            </a:lvl8pPr>
            <a:lvl9pPr>
              <a:tabLst>
                <a:tab pos="5047060" algn="r"/>
              </a:tabLs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463296" y="347473"/>
            <a:ext cx="11180232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26246565"/>
      </p:ext>
    </p:extLst>
  </p:cSld>
  <p:clrMapOvr>
    <a:masterClrMapping/>
  </p:clrMapOvr>
  <p:transition>
    <p:fade/>
  </p:transition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upper right"/>
          <p:cNvSpPr>
            <a:spLocks noGrp="1"/>
          </p:cNvSpPr>
          <p:nvPr>
            <p:ph type="body" sz="quarter" idx="10"/>
          </p:nvPr>
        </p:nvSpPr>
        <p:spPr>
          <a:xfrm>
            <a:off x="8933144" y="345584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39"/>
              </a:spcBef>
              <a:defRPr sz="800">
                <a:solidFill>
                  <a:schemeClr val="tx1"/>
                </a:solidFill>
              </a:defRPr>
            </a:lvl1pPr>
            <a:lvl2pPr>
              <a:defRPr sz="727">
                <a:solidFill>
                  <a:schemeClr val="tx2"/>
                </a:solidFill>
              </a:defRPr>
            </a:lvl2pPr>
            <a:lvl3pPr>
              <a:defRPr sz="727">
                <a:solidFill>
                  <a:schemeClr val="tx2"/>
                </a:solidFill>
              </a:defRPr>
            </a:lvl3pPr>
            <a:lvl4pPr>
              <a:defRPr sz="692">
                <a:solidFill>
                  <a:schemeClr val="tx2"/>
                </a:solidFill>
              </a:defRPr>
            </a:lvl4pPr>
            <a:lvl5pPr>
              <a:defRPr sz="692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left"/>
          <p:cNvSpPr>
            <a:spLocks noGrp="1"/>
          </p:cNvSpPr>
          <p:nvPr>
            <p:ph type="body" sz="quarter" idx="11"/>
          </p:nvPr>
        </p:nvSpPr>
        <p:spPr>
          <a:xfrm>
            <a:off x="463296" y="1714500"/>
            <a:ext cx="3549904" cy="46482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416"/>
              </a:spcAft>
              <a:defRPr sz="1200"/>
            </a:lvl1pPr>
            <a:lvl2pPr>
              <a:spcBef>
                <a:spcPts val="208"/>
              </a:spcBef>
              <a:defRPr/>
            </a:lvl2pPr>
            <a:lvl3pPr>
              <a:spcBef>
                <a:spcPts val="208"/>
              </a:spcBef>
              <a:defRPr/>
            </a:lvl3pPr>
            <a:lvl4pPr>
              <a:spcBef>
                <a:spcPts val="208"/>
              </a:spcBef>
              <a:defRPr/>
            </a:lvl4pPr>
            <a:lvl5pPr>
              <a:spcBef>
                <a:spcPts val="208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right"/>
          <p:cNvSpPr>
            <a:spLocks noGrp="1"/>
          </p:cNvSpPr>
          <p:nvPr>
            <p:ph type="body" sz="quarter" idx="12"/>
          </p:nvPr>
        </p:nvSpPr>
        <p:spPr>
          <a:xfrm>
            <a:off x="4318000" y="1719073"/>
            <a:ext cx="7416801" cy="4643628"/>
          </a:xfrm>
        </p:spPr>
        <p:txBody>
          <a:bodyPr>
            <a:noAutofit/>
          </a:bodyPr>
          <a:lstStyle>
            <a:lvl1pPr marL="0" indent="0" algn="l">
              <a:spcBef>
                <a:spcPts val="1247"/>
              </a:spcBef>
              <a:buFontTx/>
              <a:buNone/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 dirty="0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0BEBA5BA-2E43-4386-B7E4-9B110BB162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619462"/>
      </p:ext>
    </p:extLst>
  </p:cSld>
  <p:clrMapOvr>
    <a:masterClrMapping/>
  </p:clrMapOvr>
  <p:transition>
    <p:fade/>
  </p:transition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463295" y="347472"/>
            <a:ext cx="11228832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5" name="Picture Placeholder"/>
          <p:cNvSpPr>
            <a:spLocks noGrp="1"/>
          </p:cNvSpPr>
          <p:nvPr>
            <p:ph type="pic" sz="quarter" idx="15"/>
          </p:nvPr>
        </p:nvSpPr>
        <p:spPr>
          <a:xfrm>
            <a:off x="5450351" y="1714500"/>
            <a:ext cx="6240000" cy="4648200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Content"/>
          <p:cNvSpPr>
            <a:spLocks noGrp="1"/>
          </p:cNvSpPr>
          <p:nvPr>
            <p:ph sz="quarter" idx="10"/>
          </p:nvPr>
        </p:nvSpPr>
        <p:spPr>
          <a:xfrm>
            <a:off x="463296" y="1714500"/>
            <a:ext cx="4413504" cy="4648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>
                <a:latin typeface="+mn-lt"/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+mj-lt"/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+mn-lt"/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+mn-lt"/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+mn-lt"/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0591420"/>
      </p:ext>
    </p:extLst>
  </p:cSld>
  <p:clrMapOvr>
    <a:masterClrMapping/>
  </p:clrMapOvr>
  <p:transition>
    <p:fade/>
  </p:transition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left"/>
          <p:cNvSpPr>
            <a:spLocks noGrp="1"/>
          </p:cNvSpPr>
          <p:nvPr>
            <p:ph sz="quarter" idx="10"/>
          </p:nvPr>
        </p:nvSpPr>
        <p:spPr>
          <a:xfrm>
            <a:off x="463296" y="1719072"/>
            <a:ext cx="5480304" cy="4643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Content right"/>
          <p:cNvSpPr>
            <a:spLocks noGrp="1"/>
          </p:cNvSpPr>
          <p:nvPr>
            <p:ph sz="quarter" idx="20"/>
          </p:nvPr>
        </p:nvSpPr>
        <p:spPr>
          <a:xfrm>
            <a:off x="6248404" y="1719072"/>
            <a:ext cx="5486397" cy="4643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559CC6F-6478-4902-A4D5-F8FB6538D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6369762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9A021DD-F549-41C3-B366-CFCBDD8599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ECC1F342-3C5A-4884-B063-1F96DE727F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3296" y="1719072"/>
            <a:ext cx="5480304" cy="4643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2159D59-FAF6-4904-B82D-440C56566D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60591" y="1714500"/>
            <a:ext cx="5480304" cy="4643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632037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685801"/>
            <a:ext cx="11277599" cy="10276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3296" y="2078281"/>
            <a:ext cx="11271504" cy="404273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4" y="350300"/>
            <a:ext cx="11265412" cy="335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Chart Title / Headline"/>
          <p:cNvSpPr>
            <a:spLocks noGrp="1"/>
          </p:cNvSpPr>
          <p:nvPr>
            <p:ph type="body" sz="quarter" idx="18"/>
          </p:nvPr>
        </p:nvSpPr>
        <p:spPr>
          <a:xfrm>
            <a:off x="463296" y="1717263"/>
            <a:ext cx="11271504" cy="357187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Text bottom">
            <a:extLst>
              <a:ext uri="{FF2B5EF4-FFF2-40B4-BE49-F238E27FC236}">
                <a16:creationId xmlns:a16="http://schemas.microsoft.com/office/drawing/2014/main" id="{4B6E095B-6E26-41E6-AFC8-FF16F0C3C8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520794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"/>
          <p:cNvSpPr>
            <a:spLocks noGrp="1"/>
          </p:cNvSpPr>
          <p:nvPr>
            <p:ph type="chart" sz="quarter" idx="21"/>
          </p:nvPr>
        </p:nvSpPr>
        <p:spPr>
          <a:xfrm>
            <a:off x="6256871" y="2137713"/>
            <a:ext cx="5480304" cy="3983302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6" name="Chart Title / Headline"/>
          <p:cNvSpPr>
            <a:spLocks noGrp="1"/>
          </p:cNvSpPr>
          <p:nvPr>
            <p:ph type="body" sz="quarter" idx="22"/>
          </p:nvPr>
        </p:nvSpPr>
        <p:spPr>
          <a:xfrm>
            <a:off x="6256871" y="1719074"/>
            <a:ext cx="5480304" cy="405940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Text bottom"/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CD00439A-130B-4E04-85CB-DABD856B2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33B9B3F6-9F40-4388-9B79-8E0961AD2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left">
            <a:extLst>
              <a:ext uri="{FF2B5EF4-FFF2-40B4-BE49-F238E27FC236}">
                <a16:creationId xmlns:a16="http://schemas.microsoft.com/office/drawing/2014/main" id="{81AD6F48-ECFC-4B93-B043-AEA877E0937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3296" y="1719073"/>
            <a:ext cx="5480304" cy="44019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078180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Title right / Headline"/>
          <p:cNvSpPr>
            <a:spLocks noGrp="1"/>
          </p:cNvSpPr>
          <p:nvPr>
            <p:ph type="body" sz="quarter" idx="22"/>
          </p:nvPr>
        </p:nvSpPr>
        <p:spPr>
          <a:xfrm>
            <a:off x="6254379" y="1719073"/>
            <a:ext cx="5486516" cy="405939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Text bottom"/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hart Placeholder left"/>
          <p:cNvSpPr>
            <a:spLocks noGrp="1"/>
          </p:cNvSpPr>
          <p:nvPr>
            <p:ph type="chart" sz="quarter" idx="24"/>
          </p:nvPr>
        </p:nvSpPr>
        <p:spPr>
          <a:xfrm>
            <a:off x="460271" y="2115775"/>
            <a:ext cx="5480304" cy="3996002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2" name="Chart Title left / Headline"/>
          <p:cNvSpPr>
            <a:spLocks noGrp="1"/>
          </p:cNvSpPr>
          <p:nvPr>
            <p:ph type="body" sz="quarter" idx="25"/>
          </p:nvPr>
        </p:nvSpPr>
        <p:spPr>
          <a:xfrm>
            <a:off x="463296" y="1719073"/>
            <a:ext cx="5480304" cy="405939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Chart Placeholder right">
            <a:extLst>
              <a:ext uri="{FF2B5EF4-FFF2-40B4-BE49-F238E27FC236}">
                <a16:creationId xmlns:a16="http://schemas.microsoft.com/office/drawing/2014/main" id="{F1BD57FD-600D-430A-AB0C-89DFCC950E21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6248403" y="2125011"/>
            <a:ext cx="5486397" cy="3996000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ACD26822-93FD-4865-A5E4-053695247E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B7DE9340-98F1-4431-9CA2-BA6425441E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2974426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right"/>
          <p:cNvSpPr>
            <a:spLocks noGrp="1"/>
          </p:cNvSpPr>
          <p:nvPr>
            <p:ph sz="quarter" idx="16"/>
          </p:nvPr>
        </p:nvSpPr>
        <p:spPr>
          <a:xfrm>
            <a:off x="5450349" y="1718455"/>
            <a:ext cx="6290545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834EAC11-4B6F-4989-ADAB-DCA27D91F5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615E83D0-63FA-4C06-8888-31EF80337E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3296" y="1714500"/>
            <a:ext cx="4413504" cy="4648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>
                <a:latin typeface="+mn-lt"/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+mj-lt"/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+mn-lt"/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+mn-lt"/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+mn-lt"/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059179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Right"/>
          <p:cNvSpPr>
            <a:spLocks noGrp="1"/>
          </p:cNvSpPr>
          <p:nvPr>
            <p:ph sz="quarter" idx="10"/>
          </p:nvPr>
        </p:nvSpPr>
        <p:spPr>
          <a:xfrm>
            <a:off x="8192978" y="1737504"/>
            <a:ext cx="3547917" cy="4644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3771900" algn="r"/>
              </a:tabLst>
              <a:defRPr sz="1800">
                <a:solidFill>
                  <a:schemeClr val="accent3"/>
                </a:solidFill>
              </a:defRPr>
            </a:lvl1pPr>
            <a:lvl2pPr>
              <a:tabLst>
                <a:tab pos="3771900" algn="r"/>
              </a:tabLst>
              <a:defRPr/>
            </a:lvl2pPr>
            <a:lvl3pPr>
              <a:tabLst>
                <a:tab pos="3771900" algn="r"/>
              </a:tabLst>
              <a:defRPr/>
            </a:lvl3pPr>
            <a:lvl4pPr>
              <a:tabLst>
                <a:tab pos="3771900" algn="r"/>
              </a:tabLst>
              <a:defRPr/>
            </a:lvl4pPr>
            <a:lvl5pPr>
              <a:tabLst>
                <a:tab pos="3771900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Content Left"/>
          <p:cNvSpPr>
            <a:spLocks noGrp="1"/>
          </p:cNvSpPr>
          <p:nvPr>
            <p:ph sz="quarter" idx="16"/>
          </p:nvPr>
        </p:nvSpPr>
        <p:spPr>
          <a:xfrm>
            <a:off x="473296" y="1718454"/>
            <a:ext cx="7400704" cy="4644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D58FC9CF-4F37-4309-BF5F-E64AE49426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6999054A-E358-4B12-B841-DE440A68D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98686798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left"/>
          <p:cNvSpPr>
            <a:spLocks noGrp="1"/>
          </p:cNvSpPr>
          <p:nvPr>
            <p:ph type="chart" sz="quarter" idx="15"/>
          </p:nvPr>
        </p:nvSpPr>
        <p:spPr>
          <a:xfrm>
            <a:off x="461468" y="2115797"/>
            <a:ext cx="3549549" cy="400521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18" name="Chart Title left / Headline"/>
          <p:cNvSpPr>
            <a:spLocks noGrp="1"/>
          </p:cNvSpPr>
          <p:nvPr>
            <p:ph type="body" sz="quarter" idx="18"/>
          </p:nvPr>
        </p:nvSpPr>
        <p:spPr>
          <a:xfrm>
            <a:off x="459119" y="1722943"/>
            <a:ext cx="3549549" cy="392112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bottom"/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9" name="Chart Placeholder center">
            <a:extLst>
              <a:ext uri="{FF2B5EF4-FFF2-40B4-BE49-F238E27FC236}">
                <a16:creationId xmlns:a16="http://schemas.microsoft.com/office/drawing/2014/main" id="{16889619-7368-4B21-B502-003FD717C954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4323575" y="2115798"/>
            <a:ext cx="3549549" cy="400521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20" name="Chart Title center / Headline">
            <a:extLst>
              <a:ext uri="{FF2B5EF4-FFF2-40B4-BE49-F238E27FC236}">
                <a16:creationId xmlns:a16="http://schemas.microsoft.com/office/drawing/2014/main" id="{7536B633-26E6-47E5-A809-A97D26199C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21226" y="1722944"/>
            <a:ext cx="3549549" cy="392112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hart Placeholder right">
            <a:extLst>
              <a:ext uri="{FF2B5EF4-FFF2-40B4-BE49-F238E27FC236}">
                <a16:creationId xmlns:a16="http://schemas.microsoft.com/office/drawing/2014/main" id="{B4691CB5-FF7F-4DAF-80B3-769541086497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193695" y="2115798"/>
            <a:ext cx="3549549" cy="400521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22" name="Chart Title right / Headline">
            <a:extLst>
              <a:ext uri="{FF2B5EF4-FFF2-40B4-BE49-F238E27FC236}">
                <a16:creationId xmlns:a16="http://schemas.microsoft.com/office/drawing/2014/main" id="{D8875204-BB59-4C5F-ABB1-D0ECEC5A070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191346" y="1722944"/>
            <a:ext cx="3549549" cy="392112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3" name="Subtitle">
            <a:extLst>
              <a:ext uri="{FF2B5EF4-FFF2-40B4-BE49-F238E27FC236}">
                <a16:creationId xmlns:a16="http://schemas.microsoft.com/office/drawing/2014/main" id="{272C8D47-97C8-4E6F-91CC-C3AB406C1C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D65F0445-032D-4E6A-83EC-59A2184ED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0426231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3"/>
          </p:nvPr>
        </p:nvSpPr>
        <p:spPr>
          <a:xfrm>
            <a:off x="481764" y="1727251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330040" y="1727251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171687" y="1727251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9020883" y="1727251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bottom left"/>
          <p:cNvSpPr>
            <a:spLocks noGrp="1"/>
          </p:cNvSpPr>
          <p:nvPr>
            <p:ph type="body" sz="quarter" idx="17"/>
          </p:nvPr>
        </p:nvSpPr>
        <p:spPr>
          <a:xfrm>
            <a:off x="473297" y="3124200"/>
            <a:ext cx="2720468" cy="32385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bottom center left"/>
          <p:cNvSpPr>
            <a:spLocks noGrp="1"/>
          </p:cNvSpPr>
          <p:nvPr>
            <p:ph type="body" sz="quarter" idx="18"/>
          </p:nvPr>
        </p:nvSpPr>
        <p:spPr>
          <a:xfrm>
            <a:off x="6171687" y="3120553"/>
            <a:ext cx="2712000" cy="32385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bottom center right"/>
          <p:cNvSpPr>
            <a:spLocks noGrp="1"/>
          </p:cNvSpPr>
          <p:nvPr>
            <p:ph type="body" sz="quarter" idx="19"/>
          </p:nvPr>
        </p:nvSpPr>
        <p:spPr>
          <a:xfrm>
            <a:off x="3330040" y="3124202"/>
            <a:ext cx="2712000" cy="32384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Text bottom right"/>
          <p:cNvSpPr>
            <a:spLocks noGrp="1"/>
          </p:cNvSpPr>
          <p:nvPr>
            <p:ph type="body" sz="quarter" idx="20"/>
          </p:nvPr>
        </p:nvSpPr>
        <p:spPr>
          <a:xfrm>
            <a:off x="9035701" y="3108508"/>
            <a:ext cx="2697183" cy="325419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81DFAED1-3C69-4431-8715-026D730F1B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548C662B-0462-4963-B666-2976F675A1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0879386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/>
          <p:cNvSpPr>
            <a:spLocks noGrp="1"/>
          </p:cNvSpPr>
          <p:nvPr>
            <p:ph type="pic" sz="quarter" idx="25"/>
          </p:nvPr>
        </p:nvSpPr>
        <p:spPr>
          <a:xfrm>
            <a:off x="475645" y="1845377"/>
            <a:ext cx="1968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6266617" y="1845377"/>
            <a:ext cx="1968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475645" y="4256213"/>
            <a:ext cx="1968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6266617" y="4256213"/>
            <a:ext cx="1968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Text upper left"/>
          <p:cNvSpPr>
            <a:spLocks noGrp="1"/>
          </p:cNvSpPr>
          <p:nvPr>
            <p:ph type="body" sz="quarter" idx="32"/>
          </p:nvPr>
        </p:nvSpPr>
        <p:spPr>
          <a:xfrm>
            <a:off x="2655128" y="1845377"/>
            <a:ext cx="3288000" cy="19440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sz="1200" b="1"/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 b="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upper right"/>
          <p:cNvSpPr>
            <a:spLocks noGrp="1"/>
          </p:cNvSpPr>
          <p:nvPr>
            <p:ph type="body" sz="quarter" idx="33"/>
          </p:nvPr>
        </p:nvSpPr>
        <p:spPr>
          <a:xfrm>
            <a:off x="8439092" y="1845377"/>
            <a:ext cx="3302592" cy="19440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sz="1200" b="1"/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 b="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bottom left"/>
          <p:cNvSpPr>
            <a:spLocks noGrp="1"/>
          </p:cNvSpPr>
          <p:nvPr>
            <p:ph type="body" sz="quarter" idx="34"/>
          </p:nvPr>
        </p:nvSpPr>
        <p:spPr>
          <a:xfrm>
            <a:off x="2655128" y="4256213"/>
            <a:ext cx="3288000" cy="19440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sz="1200" b="1"/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 b="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bottom right"/>
          <p:cNvSpPr>
            <a:spLocks noGrp="1"/>
          </p:cNvSpPr>
          <p:nvPr>
            <p:ph type="body" sz="quarter" idx="35"/>
          </p:nvPr>
        </p:nvSpPr>
        <p:spPr>
          <a:xfrm>
            <a:off x="8439092" y="4256213"/>
            <a:ext cx="3302592" cy="19440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sz="1200" b="1"/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 b="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CD54EF50-1F75-4251-9838-5413705270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580152B0-65C5-4969-BA13-FFC077318B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AFD084-463A-44C6-B882-24EE18CC2B98}"/>
              </a:ext>
            </a:extLst>
          </p:cNvPr>
          <p:cNvSpPr/>
          <p:nvPr/>
        </p:nvSpPr>
        <p:spPr>
          <a:xfrm>
            <a:off x="470343" y="1715425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E7FDC9-AC67-4CA4-86DE-4DFAAEE0DFF9}"/>
              </a:ext>
            </a:extLst>
          </p:cNvPr>
          <p:cNvSpPr/>
          <p:nvPr/>
        </p:nvSpPr>
        <p:spPr>
          <a:xfrm>
            <a:off x="6246196" y="1718774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BFD11F-868A-4204-947B-D205C842DFE0}"/>
              </a:ext>
            </a:extLst>
          </p:cNvPr>
          <p:cNvSpPr/>
          <p:nvPr/>
        </p:nvSpPr>
        <p:spPr>
          <a:xfrm>
            <a:off x="470343" y="4126942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D1FA4C-A499-4E17-B3FC-CC3DA6E8CF7C}"/>
              </a:ext>
            </a:extLst>
          </p:cNvPr>
          <p:cNvSpPr/>
          <p:nvPr/>
        </p:nvSpPr>
        <p:spPr>
          <a:xfrm>
            <a:off x="6246196" y="4130291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97694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left"/>
          <p:cNvSpPr>
            <a:spLocks noGrp="1"/>
          </p:cNvSpPr>
          <p:nvPr>
            <p:ph type="body" sz="quarter" idx="17"/>
          </p:nvPr>
        </p:nvSpPr>
        <p:spPr>
          <a:xfrm>
            <a:off x="470343" y="1857892"/>
            <a:ext cx="5486400" cy="4504808"/>
          </a:xfrm>
        </p:spPr>
        <p:txBody>
          <a:bodyPr>
            <a:noAutofit/>
          </a:bodyPr>
          <a:lstStyle>
            <a:lvl1pPr marL="0" indent="0" algn="l">
              <a:spcAft>
                <a:spcPts val="750"/>
              </a:spcAft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right"/>
          <p:cNvSpPr>
            <a:spLocks noGrp="1"/>
          </p:cNvSpPr>
          <p:nvPr>
            <p:ph type="body" sz="quarter" idx="21"/>
          </p:nvPr>
        </p:nvSpPr>
        <p:spPr>
          <a:xfrm>
            <a:off x="6246195" y="1857892"/>
            <a:ext cx="5486400" cy="4504808"/>
          </a:xfrm>
        </p:spPr>
        <p:txBody>
          <a:bodyPr>
            <a:noAutofit/>
          </a:bodyPr>
          <a:lstStyle>
            <a:lvl1pPr marL="0" indent="0" algn="l">
              <a:spcAft>
                <a:spcPts val="750"/>
              </a:spcAft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470343" y="1715425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6196" y="1718774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6" name="Picture left"/>
          <p:cNvSpPr>
            <a:spLocks noGrp="1"/>
          </p:cNvSpPr>
          <p:nvPr>
            <p:ph type="pic" sz="quarter" idx="19" hasCustomPrompt="1"/>
          </p:nvPr>
        </p:nvSpPr>
        <p:spPr>
          <a:xfrm>
            <a:off x="4734090" y="1857894"/>
            <a:ext cx="1210207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 noProof="0" dirty="0">
                <a:solidFill>
                  <a:schemeClr val="bg1"/>
                </a:solidFill>
              </a:rPr>
              <a:t>Co-brand</a:t>
            </a:r>
            <a:br>
              <a:rPr lang="en-US" sz="900" noProof="0" dirty="0">
                <a:solidFill>
                  <a:schemeClr val="bg1"/>
                </a:solidFill>
              </a:rPr>
            </a:br>
            <a:r>
              <a:rPr lang="en-US" sz="9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7" name="Picture right"/>
          <p:cNvSpPr>
            <a:spLocks noGrp="1"/>
          </p:cNvSpPr>
          <p:nvPr>
            <p:ph type="pic" sz="quarter" idx="20" hasCustomPrompt="1"/>
          </p:nvPr>
        </p:nvSpPr>
        <p:spPr>
          <a:xfrm>
            <a:off x="10488434" y="1857894"/>
            <a:ext cx="1244161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 noProof="0" dirty="0">
                <a:solidFill>
                  <a:schemeClr val="bg1"/>
                </a:solidFill>
              </a:rPr>
              <a:t>Co-brand</a:t>
            </a:r>
            <a:br>
              <a:rPr lang="en-US" sz="900" noProof="0" dirty="0">
                <a:solidFill>
                  <a:schemeClr val="bg1"/>
                </a:solidFill>
              </a:rPr>
            </a:br>
            <a:r>
              <a:rPr lang="en-US" sz="9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C2FDA775-7453-495D-ABC5-C379E37806B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D55BC33C-2B71-4E68-81E3-F520AB462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7958771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">
            <a:extLst>
              <a:ext uri="{FF2B5EF4-FFF2-40B4-BE49-F238E27FC236}">
                <a16:creationId xmlns:a16="http://schemas.microsoft.com/office/drawing/2014/main" id="{8D89C7E6-37F5-4005-B8BE-658A5ADDE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0FA13130-E22F-4F71-97DB-A64E7A175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46104859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26FB2E4B-5D1B-4250-844C-3D50DE4A9F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2352240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-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itle ( as Text PH)">
            <a:extLst>
              <a:ext uri="{FF2B5EF4-FFF2-40B4-BE49-F238E27FC236}">
                <a16:creationId xmlns:a16="http://schemas.microsoft.com/office/drawing/2014/main" id="{E696C364-9ED6-42C4-8FC2-1F9C6CB165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220" y="366547"/>
            <a:ext cx="5465380" cy="484791"/>
          </a:xfrm>
        </p:spPr>
        <p:txBody>
          <a:bodyPr>
            <a:noAutofit/>
          </a:bodyPr>
          <a:lstStyle>
            <a:lvl1pPr>
              <a:defRPr sz="3200" b="1">
                <a:latin typeface="+mj-lt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ubtitle ( as Text PH)">
            <a:extLst>
              <a:ext uri="{FF2B5EF4-FFF2-40B4-BE49-F238E27FC236}">
                <a16:creationId xmlns:a16="http://schemas.microsoft.com/office/drawing/2014/main" id="{AD421831-C244-4DE0-8DE2-755D7D7315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220" y="851339"/>
            <a:ext cx="5465380" cy="863162"/>
          </a:xfrm>
        </p:spPr>
        <p:txBody>
          <a:bodyPr>
            <a:noAutofit/>
          </a:bodyPr>
          <a:lstStyle>
            <a:lvl1pPr>
              <a:defRPr sz="3200" b="0">
                <a:latin typeface="+mj-lt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305092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"/>
          <p:cNvSpPr>
            <a:spLocks noGrp="1"/>
          </p:cNvSpPr>
          <p:nvPr>
            <p:ph idx="1"/>
          </p:nvPr>
        </p:nvSpPr>
        <p:spPr>
          <a:xfrm>
            <a:off x="461823" y="1714500"/>
            <a:ext cx="11277600" cy="4648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Subtitle">
            <a:extLst>
              <a:ext uri="{FF2B5EF4-FFF2-40B4-BE49-F238E27FC236}">
                <a16:creationId xmlns:a16="http://schemas.microsoft.com/office/drawing/2014/main" id="{259C2253-8D87-4928-94C4-A4D186A7A8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0938031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middle">
            <a:extLst>
              <a:ext uri="{FF2B5EF4-FFF2-40B4-BE49-F238E27FC236}">
                <a16:creationId xmlns:a16="http://schemas.microsoft.com/office/drawing/2014/main" id="{09891263-8779-41FC-9383-3693CA16CB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8730" y="1851440"/>
            <a:ext cx="3554471" cy="451126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center">
            <a:extLst>
              <a:ext uri="{FF2B5EF4-FFF2-40B4-BE49-F238E27FC236}">
                <a16:creationId xmlns:a16="http://schemas.microsoft.com/office/drawing/2014/main" id="{3F862111-A699-4618-9902-CD7B1ECC90E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14826" y="1851440"/>
            <a:ext cx="3554471" cy="451126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Text right">
            <a:extLst>
              <a:ext uri="{FF2B5EF4-FFF2-40B4-BE49-F238E27FC236}">
                <a16:creationId xmlns:a16="http://schemas.microsoft.com/office/drawing/2014/main" id="{136FEA86-C43A-4BD9-AC25-65C16B3F484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78800" y="1851440"/>
            <a:ext cx="3556000" cy="451126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9D600A6A-61E2-4C72-A87B-39D905EFB4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itle">
            <a:extLst>
              <a:ext uri="{FF2B5EF4-FFF2-40B4-BE49-F238E27FC236}">
                <a16:creationId xmlns:a16="http://schemas.microsoft.com/office/drawing/2014/main" id="{D5910C4A-3157-47A5-8677-1140132DE3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1E1916-39D6-44A9-8C07-60C8660A0953}"/>
              </a:ext>
            </a:extLst>
          </p:cNvPr>
          <p:cNvSpPr/>
          <p:nvPr/>
        </p:nvSpPr>
        <p:spPr>
          <a:xfrm>
            <a:off x="458729" y="1715425"/>
            <a:ext cx="3560064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178E01-9486-4723-8ECD-9A89CE53905A}"/>
              </a:ext>
            </a:extLst>
          </p:cNvPr>
          <p:cNvSpPr/>
          <p:nvPr/>
        </p:nvSpPr>
        <p:spPr>
          <a:xfrm>
            <a:off x="4314824" y="1715425"/>
            <a:ext cx="3560064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A3624-848D-4789-989D-4C19B95C8DD4}"/>
              </a:ext>
            </a:extLst>
          </p:cNvPr>
          <p:cNvSpPr/>
          <p:nvPr/>
        </p:nvSpPr>
        <p:spPr>
          <a:xfrm>
            <a:off x="8178800" y="1715425"/>
            <a:ext cx="3560064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90889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">
            <a:extLst>
              <a:ext uri="{FF2B5EF4-FFF2-40B4-BE49-F238E27FC236}">
                <a16:creationId xmlns:a16="http://schemas.microsoft.com/office/drawing/2014/main" id="{BAA35D0E-EBF0-4599-84F7-684DE89E56A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CBCDA542-DB63-41BB-89C0-73F35C7D1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left">
            <a:extLst>
              <a:ext uri="{FF2B5EF4-FFF2-40B4-BE49-F238E27FC236}">
                <a16:creationId xmlns:a16="http://schemas.microsoft.com/office/drawing/2014/main" id="{C73178E3-6490-436A-8FEB-CC4E21B542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3297" y="3124200"/>
            <a:ext cx="2720468" cy="32385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Text center right">
            <a:extLst>
              <a:ext uri="{FF2B5EF4-FFF2-40B4-BE49-F238E27FC236}">
                <a16:creationId xmlns:a16="http://schemas.microsoft.com/office/drawing/2014/main" id="{1B5A2B37-A59A-4B85-9144-75BC73AD9D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1687" y="3120553"/>
            <a:ext cx="2712000" cy="32385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4" name="Text center left">
            <a:extLst>
              <a:ext uri="{FF2B5EF4-FFF2-40B4-BE49-F238E27FC236}">
                <a16:creationId xmlns:a16="http://schemas.microsoft.com/office/drawing/2014/main" id="{0EDB9492-A5FE-44CC-90D8-0E0E80A4E81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0040" y="3124202"/>
            <a:ext cx="2712000" cy="32384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Text right">
            <a:extLst>
              <a:ext uri="{FF2B5EF4-FFF2-40B4-BE49-F238E27FC236}">
                <a16:creationId xmlns:a16="http://schemas.microsoft.com/office/drawing/2014/main" id="{3D335E86-FA3A-4B76-B4D1-5D530C4E37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35701" y="3108508"/>
            <a:ext cx="2697183" cy="325419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153579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>
            <a:extLst>
              <a:ext uri="{FF2B5EF4-FFF2-40B4-BE49-F238E27FC236}">
                <a16:creationId xmlns:a16="http://schemas.microsoft.com/office/drawing/2014/main" id="{5BECBA53-5CA5-4826-B507-38E5EDBC493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83571CF0-9FB3-44B1-BE19-B891DD1B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left">
            <a:extLst>
              <a:ext uri="{FF2B5EF4-FFF2-40B4-BE49-F238E27FC236}">
                <a16:creationId xmlns:a16="http://schemas.microsoft.com/office/drawing/2014/main" id="{CA32CD74-2C13-40B4-A25F-8871032067F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3297" y="3124200"/>
            <a:ext cx="2720468" cy="32385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bg1"/>
                </a:solidFill>
              </a:defRPr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bg1"/>
                </a:solidFill>
              </a:defRPr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bg1"/>
                </a:solidFill>
              </a:defRPr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9" name="Text center right">
            <a:extLst>
              <a:ext uri="{FF2B5EF4-FFF2-40B4-BE49-F238E27FC236}">
                <a16:creationId xmlns:a16="http://schemas.microsoft.com/office/drawing/2014/main" id="{0BD8344B-373A-4CA8-9F91-E02B0DA48B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1687" y="3120553"/>
            <a:ext cx="2712000" cy="32385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bg1"/>
                </a:solidFill>
              </a:defRPr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bg1"/>
                </a:solidFill>
              </a:defRPr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bg1"/>
                </a:solidFill>
              </a:defRPr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0" name="Text center left">
            <a:extLst>
              <a:ext uri="{FF2B5EF4-FFF2-40B4-BE49-F238E27FC236}">
                <a16:creationId xmlns:a16="http://schemas.microsoft.com/office/drawing/2014/main" id="{55636606-D676-4661-AF12-C0DF71DF3A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0040" y="3124202"/>
            <a:ext cx="2712000" cy="32384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bg1"/>
                </a:solidFill>
              </a:defRPr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bg1"/>
                </a:solidFill>
              </a:defRPr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bg1"/>
                </a:solidFill>
              </a:defRPr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1" name="Text right">
            <a:extLst>
              <a:ext uri="{FF2B5EF4-FFF2-40B4-BE49-F238E27FC236}">
                <a16:creationId xmlns:a16="http://schemas.microsoft.com/office/drawing/2014/main" id="{59A4F706-D410-4A3E-B5DE-E6CD51845E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35701" y="3108508"/>
            <a:ext cx="2697183" cy="325419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bg1"/>
                </a:solidFill>
              </a:defRPr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bg1"/>
                </a:solidFill>
              </a:defRPr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bg1"/>
                </a:solidFill>
              </a:defRPr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6" name="CaseCode" hidden="1">
            <a:extLst>
              <a:ext uri="{FF2B5EF4-FFF2-40B4-BE49-F238E27FC236}">
                <a16:creationId xmlns:a16="http://schemas.microsoft.com/office/drawing/2014/main" id="{80722BCF-EAC6-4563-95CB-8DBE842E9D0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900FBF6-54F6-4B67-A1F3-CFB545048C2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8D3198-C277-4239-A0FE-263D3F9A09AF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6032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85324" y="1853601"/>
            <a:ext cx="1244161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 dirty="0">
                <a:solidFill>
                  <a:schemeClr val="bg1"/>
                </a:solidFill>
              </a:rPr>
              <a:t>Co-brand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2979" y="4258270"/>
            <a:ext cx="1239381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 dirty="0">
                <a:solidFill>
                  <a:schemeClr val="bg1"/>
                </a:solidFill>
              </a:rPr>
              <a:t>Co-brand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500785" y="4258270"/>
            <a:ext cx="1244160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 dirty="0">
                <a:solidFill>
                  <a:schemeClr val="bg1"/>
                </a:solidFill>
              </a:rPr>
              <a:t>Co-brand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5149" y="1857894"/>
            <a:ext cx="1210207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 dirty="0">
                <a:solidFill>
                  <a:schemeClr val="bg1"/>
                </a:solidFill>
              </a:rPr>
              <a:t>Co-brand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28" name="Text top left">
            <a:extLst>
              <a:ext uri="{FF2B5EF4-FFF2-40B4-BE49-F238E27FC236}">
                <a16:creationId xmlns:a16="http://schemas.microsoft.com/office/drawing/2014/main" id="{0D485CFD-E778-438B-9F95-AA857AF5CA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0344" y="1856232"/>
            <a:ext cx="5473257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9" name="Text top right">
            <a:extLst>
              <a:ext uri="{FF2B5EF4-FFF2-40B4-BE49-F238E27FC236}">
                <a16:creationId xmlns:a16="http://schemas.microsoft.com/office/drawing/2014/main" id="{1995C2BA-4183-48F4-92D9-4620CCDF5C1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57042" y="1847618"/>
            <a:ext cx="5464615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0" name="Text bottom left">
            <a:extLst>
              <a:ext uri="{FF2B5EF4-FFF2-40B4-BE49-F238E27FC236}">
                <a16:creationId xmlns:a16="http://schemas.microsoft.com/office/drawing/2014/main" id="{2DC3B9DA-0A51-491C-923B-09D36118ADA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70344" y="4256623"/>
            <a:ext cx="5473257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1" name="Text bottom right">
            <a:extLst>
              <a:ext uri="{FF2B5EF4-FFF2-40B4-BE49-F238E27FC236}">
                <a16:creationId xmlns:a16="http://schemas.microsoft.com/office/drawing/2014/main" id="{70BD43BA-DF89-409F-B9BF-2853EC3582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57043" y="4256623"/>
            <a:ext cx="5483852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E3C8C216-A0D5-48CE-BB18-6E34DE5AE0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A6B3ABAE-3971-4ECC-8E25-1E94617FB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3E3D5E-69E0-409C-B43B-3D03BAF8E640}"/>
              </a:ext>
            </a:extLst>
          </p:cNvPr>
          <p:cNvSpPr/>
          <p:nvPr/>
        </p:nvSpPr>
        <p:spPr>
          <a:xfrm>
            <a:off x="470343" y="1715425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C51DC9-50A0-4091-8F6F-9150D453B6B1}"/>
              </a:ext>
            </a:extLst>
          </p:cNvPr>
          <p:cNvSpPr/>
          <p:nvPr/>
        </p:nvSpPr>
        <p:spPr>
          <a:xfrm>
            <a:off x="6246196" y="1718774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18D7C8-CEED-48A7-ADB2-7610B12C1B07}"/>
              </a:ext>
            </a:extLst>
          </p:cNvPr>
          <p:cNvSpPr/>
          <p:nvPr/>
        </p:nvSpPr>
        <p:spPr>
          <a:xfrm>
            <a:off x="470343" y="4126942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A403C2-4204-4E69-B696-73BE1FE1F740}"/>
              </a:ext>
            </a:extLst>
          </p:cNvPr>
          <p:cNvSpPr/>
          <p:nvPr/>
        </p:nvSpPr>
        <p:spPr>
          <a:xfrm>
            <a:off x="6246196" y="4130291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48657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left"/>
          <p:cNvSpPr>
            <a:spLocks noGrp="1"/>
          </p:cNvSpPr>
          <p:nvPr>
            <p:ph type="body" sz="quarter" idx="13"/>
          </p:nvPr>
        </p:nvSpPr>
        <p:spPr>
          <a:xfrm>
            <a:off x="464481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406185" y="4189870"/>
            <a:ext cx="2319503" cy="1725448"/>
          </a:xfrm>
        </p:spPr>
        <p:txBody>
          <a:bodyPr anchor="ctr" anchorCtr="0">
            <a:normAutofit/>
          </a:bodyPr>
          <a:lstStyle>
            <a:lvl1pPr algn="ctr">
              <a:defRPr sz="800"/>
            </a:lvl1pPr>
          </a:lstStyle>
          <a:p>
            <a:r>
              <a:rPr lang="en-GB" sz="675" dirty="0"/>
              <a:t>Insert sponsorship mark here</a:t>
            </a:r>
            <a:endParaRPr lang="en-GB" dirty="0"/>
          </a:p>
        </p:txBody>
      </p:sp>
      <p:sp>
        <p:nvSpPr>
          <p:cNvPr id="8" name="Text bottom right"/>
          <p:cNvSpPr>
            <a:spLocks noGrp="1"/>
          </p:cNvSpPr>
          <p:nvPr>
            <p:ph type="body" sz="quarter" idx="15"/>
          </p:nvPr>
        </p:nvSpPr>
        <p:spPr>
          <a:xfrm>
            <a:off x="9406187" y="5995943"/>
            <a:ext cx="2319501" cy="363722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MIO_AGENDA_LAST_SLIDE" hidden="1">
            <a:extLst>
              <a:ext uri="{FF2B5EF4-FFF2-40B4-BE49-F238E27FC236}">
                <a16:creationId xmlns:a16="http://schemas.microsoft.com/office/drawing/2014/main" id="{249491D1-41CC-455A-8F05-5CEA24B33A18}"/>
              </a:ext>
            </a:extLst>
          </p:cNvPr>
          <p:cNvSpPr/>
          <p:nvPr/>
        </p:nvSpPr>
        <p:spPr>
          <a:xfrm>
            <a:off x="116356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MIO_AGENDA_IGNORE_NAVIGATION" hidden="1">
            <a:extLst>
              <a:ext uri="{FF2B5EF4-FFF2-40B4-BE49-F238E27FC236}">
                <a16:creationId xmlns:a16="http://schemas.microsoft.com/office/drawing/2014/main" id="{9518ECE1-C45A-4DB9-B0F0-E67A14C77DA2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642E351A-DEBD-43E5-AD67-7FEDF79D24F3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D109A4F2-59E7-4F3B-A1C3-E78CBC0CDA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663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left"/>
          <p:cNvSpPr>
            <a:spLocks noGrp="1"/>
          </p:cNvSpPr>
          <p:nvPr>
            <p:ph type="body" sz="quarter" idx="13"/>
          </p:nvPr>
        </p:nvSpPr>
        <p:spPr>
          <a:xfrm>
            <a:off x="466316" y="4194287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412074" y="4189870"/>
            <a:ext cx="2319503" cy="1725448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 sz="675" dirty="0"/>
              <a:t>Insert sponsorship mark here</a:t>
            </a:r>
            <a:endParaRPr lang="en-GB" dirty="0"/>
          </a:p>
        </p:txBody>
      </p:sp>
      <p:sp>
        <p:nvSpPr>
          <p:cNvPr id="8" name="Text bottom right"/>
          <p:cNvSpPr>
            <a:spLocks noGrp="1"/>
          </p:cNvSpPr>
          <p:nvPr>
            <p:ph type="body" sz="quarter" idx="15"/>
          </p:nvPr>
        </p:nvSpPr>
        <p:spPr>
          <a:xfrm>
            <a:off x="9412076" y="5995943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MIO_AGENDA_LAST_SLIDE" hidden="1">
            <a:extLst>
              <a:ext uri="{FF2B5EF4-FFF2-40B4-BE49-F238E27FC236}">
                <a16:creationId xmlns:a16="http://schemas.microsoft.com/office/drawing/2014/main" id="{4DE01233-0E5B-4D44-9AA0-8C2FAEC3AA99}"/>
              </a:ext>
            </a:extLst>
          </p:cNvPr>
          <p:cNvSpPr/>
          <p:nvPr/>
        </p:nvSpPr>
        <p:spPr>
          <a:xfrm>
            <a:off x="116356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MIO_AGENDA_IGNORE_NAVIGATION" hidden="1">
            <a:extLst>
              <a:ext uri="{FF2B5EF4-FFF2-40B4-BE49-F238E27FC236}">
                <a16:creationId xmlns:a16="http://schemas.microsoft.com/office/drawing/2014/main" id="{C544D53A-D969-4D8A-9227-FE63C48016F6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MIO_AGENDA_IGNORE_CHAPTER_REFERENCE" hidden="1">
            <a:extLst>
              <a:ext uri="{FF2B5EF4-FFF2-40B4-BE49-F238E27FC236}">
                <a16:creationId xmlns:a16="http://schemas.microsoft.com/office/drawing/2014/main" id="{73E0B1A6-781D-43D1-9647-99C9EAE528B1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E4856739-3458-4D94-A382-126C11F89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92353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IO_VALID_LAYOUT" hidden="1">
            <a:extLst>
              <a:ext uri="{FF2B5EF4-FFF2-40B4-BE49-F238E27FC236}">
                <a16:creationId xmlns:a16="http://schemas.microsoft.com/office/drawing/2014/main" id="{83AF7E6C-5496-4190-AE22-49321A84B469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MIO_VALID_LAYOUT" hidden="1">
            <a:extLst>
              <a:ext uri="{FF2B5EF4-FFF2-40B4-BE49-F238E27FC236}">
                <a16:creationId xmlns:a16="http://schemas.microsoft.com/office/drawing/2014/main" id="{636C7600-5E54-4871-BD57-39F7D85C9645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A5342FA-67EE-4ADC-9C59-3703A4E3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7438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MIO_VALID_LAYOUT" hidden="1">
            <a:extLst>
              <a:ext uri="{FF2B5EF4-FFF2-40B4-BE49-F238E27FC236}">
                <a16:creationId xmlns:a16="http://schemas.microsoft.com/office/drawing/2014/main" id="{EDA56DE6-A1BA-458D-8E96-17188D541BFA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12A54FD-069B-4D28-8BAD-8C8AADEE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076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, 1 column text with char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Content"/>
          <p:cNvSpPr>
            <a:spLocks noGrp="1"/>
          </p:cNvSpPr>
          <p:nvPr>
            <p:ph idx="1"/>
          </p:nvPr>
        </p:nvSpPr>
        <p:spPr>
          <a:xfrm>
            <a:off x="460887" y="1714500"/>
            <a:ext cx="11277598" cy="46481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MIO_VALID_LAYOUT" hidden="1">
            <a:extLst>
              <a:ext uri="{FF2B5EF4-FFF2-40B4-BE49-F238E27FC236}">
                <a16:creationId xmlns:a16="http://schemas.microsoft.com/office/drawing/2014/main" id="{C4C53B51-12E9-46AC-A69D-84DDBEA6B078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EC1E235-3062-4F03-8411-7E415A894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9563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&amp;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4509" y="2080551"/>
            <a:ext cx="11281285" cy="40404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8" name="Headline / Chart title"/>
          <p:cNvSpPr>
            <a:spLocks noGrp="1"/>
          </p:cNvSpPr>
          <p:nvPr>
            <p:ph type="body" sz="quarter" idx="18"/>
          </p:nvPr>
        </p:nvSpPr>
        <p:spPr>
          <a:xfrm>
            <a:off x="457200" y="1723364"/>
            <a:ext cx="11288595" cy="357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bottom"/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MIO_VALID_LAYOUT" hidden="1">
            <a:extLst>
              <a:ext uri="{FF2B5EF4-FFF2-40B4-BE49-F238E27FC236}">
                <a16:creationId xmlns:a16="http://schemas.microsoft.com/office/drawing/2014/main" id="{B9C5E24D-2264-4B37-BBC9-253349E5F4FF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A599738-D568-49F1-87EE-956C570FD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6619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57038" y="2136645"/>
            <a:ext cx="5381445" cy="397101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57041" y="1714500"/>
            <a:ext cx="5381443" cy="3833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460887" y="2136645"/>
            <a:ext cx="5372330" cy="397101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0887" y="1714500"/>
            <a:ext cx="5374803" cy="3833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IO_VALID_LAYOUT" hidden="1">
            <a:extLst>
              <a:ext uri="{FF2B5EF4-FFF2-40B4-BE49-F238E27FC236}">
                <a16:creationId xmlns:a16="http://schemas.microsoft.com/office/drawing/2014/main" id="{C2140F0C-FA1D-42CA-9599-41C4E3B59FD5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C52FF8-2BD1-46C1-8105-1A5862154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442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hart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0887" y="2064085"/>
            <a:ext cx="3552881" cy="404357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8" name="Headline left / Chart title"/>
          <p:cNvSpPr>
            <a:spLocks noGrp="1"/>
          </p:cNvSpPr>
          <p:nvPr>
            <p:ph type="body" sz="quarter" idx="18"/>
          </p:nvPr>
        </p:nvSpPr>
        <p:spPr>
          <a:xfrm>
            <a:off x="460887" y="1714500"/>
            <a:ext cx="3552313" cy="35495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17849" y="2064085"/>
            <a:ext cx="3567833" cy="404357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8" name="Headline center / Chart title"/>
          <p:cNvSpPr>
            <a:spLocks noGrp="1"/>
          </p:cNvSpPr>
          <p:nvPr>
            <p:ph type="body" sz="quarter" idx="20"/>
          </p:nvPr>
        </p:nvSpPr>
        <p:spPr>
          <a:xfrm>
            <a:off x="4317847" y="1714500"/>
            <a:ext cx="3567833" cy="35495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67555" y="2064085"/>
            <a:ext cx="3552886" cy="404357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0" name="Headline right / Chart title"/>
          <p:cNvSpPr>
            <a:spLocks noGrp="1"/>
          </p:cNvSpPr>
          <p:nvPr>
            <p:ph type="body" sz="quarter" idx="22"/>
          </p:nvPr>
        </p:nvSpPr>
        <p:spPr>
          <a:xfrm>
            <a:off x="8167555" y="1714500"/>
            <a:ext cx="3552886" cy="35495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bottom"/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IO_VALID_LAYOUT" hidden="1">
            <a:extLst>
              <a:ext uri="{FF2B5EF4-FFF2-40B4-BE49-F238E27FC236}">
                <a16:creationId xmlns:a16="http://schemas.microsoft.com/office/drawing/2014/main" id="{8DE0E4EB-2CC6-4FB2-8DAE-A99F30E30E6D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AB8D8EA-18D3-4433-A2E1-2A9E61E5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34312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_Templat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400" y="651600"/>
            <a:ext cx="11196300" cy="75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de-DE" noProof="0" dirty="0"/>
              <a:t>First Name, Name</a:t>
            </a:r>
            <a:br>
              <a:rPr lang="de-DE" noProof="0" dirty="0"/>
            </a:br>
            <a:r>
              <a:rPr lang="de-DE" noProof="0" dirty="0"/>
              <a:t>Project </a:t>
            </a:r>
            <a:r>
              <a:rPr lang="de-DE" noProof="0" dirty="0" err="1"/>
              <a:t>Role</a:t>
            </a:r>
            <a:endParaRPr lang="de-DE" noProof="0" dirty="0"/>
          </a:p>
        </p:txBody>
      </p:sp>
      <p:sp>
        <p:nvSpPr>
          <p:cNvPr id="6" name="Bildplatzhalter 3"/>
          <p:cNvSpPr>
            <a:spLocks noGrp="1" noChangeAspect="1"/>
          </p:cNvSpPr>
          <p:nvPr>
            <p:ph type="pic" sz="quarter" idx="14"/>
          </p:nvPr>
        </p:nvSpPr>
        <p:spPr>
          <a:xfrm>
            <a:off x="500400" y="1670400"/>
            <a:ext cx="1260000" cy="1260000"/>
          </a:xfrm>
        </p:spPr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Textplatzhalt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25200" y="3456000"/>
            <a:ext cx="2304000" cy="29268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dirty="0"/>
              <a:t>Business Skills, Technology Skills, Language</a:t>
            </a:r>
            <a:endParaRPr lang="de-DE" noProof="0" dirty="0"/>
          </a:p>
        </p:txBody>
      </p:sp>
      <p:sp>
        <p:nvSpPr>
          <p:cNvPr id="8" name="Textplatzhalt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348000" y="3456000"/>
            <a:ext cx="2304000" cy="29268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dirty="0" err="1"/>
              <a:t>Industry</a:t>
            </a:r>
            <a:r>
              <a:rPr lang="de-DE" b="0" noProof="0" dirty="0"/>
              <a:t> Experience, </a:t>
            </a:r>
            <a:r>
              <a:rPr lang="de-DE" b="0" noProof="0" dirty="0" err="1"/>
              <a:t>Certificates</a:t>
            </a:r>
            <a:r>
              <a:rPr lang="de-DE" b="0" noProof="0" dirty="0"/>
              <a:t>, Education</a:t>
            </a:r>
            <a:endParaRPr lang="de-DE" noProof="0" dirty="0"/>
          </a:p>
        </p:txBody>
      </p:sp>
      <p:sp>
        <p:nvSpPr>
          <p:cNvPr id="9" name="Textplatzhalter 12"/>
          <p:cNvSpPr>
            <a:spLocks noGrp="1"/>
          </p:cNvSpPr>
          <p:nvPr>
            <p:ph type="body" sz="quarter" idx="25" hasCustomPrompt="1"/>
          </p:nvPr>
        </p:nvSpPr>
        <p:spPr>
          <a:xfrm>
            <a:off x="1861200" y="1670400"/>
            <a:ext cx="3790800" cy="126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dirty="0"/>
              <a:t>First-name Name, Level, </a:t>
            </a:r>
            <a:r>
              <a:rPr lang="de-DE" b="0" noProof="0" dirty="0" err="1"/>
              <a:t>Offering</a:t>
            </a:r>
            <a:r>
              <a:rPr lang="de-DE" b="0" noProof="0" dirty="0"/>
              <a:t> Portfolio, Talent Group, Office Location</a:t>
            </a:r>
            <a:endParaRPr lang="de-DE" noProof="0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6339600" y="1951200"/>
            <a:ext cx="5357100" cy="1098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dirty="0" err="1"/>
              <a:t>Resume</a:t>
            </a:r>
            <a:r>
              <a:rPr lang="de-DE" b="0" noProof="0" dirty="0"/>
              <a:t> </a:t>
            </a:r>
            <a:r>
              <a:rPr lang="de-DE" b="0" noProof="0" dirty="0" err="1"/>
              <a:t>text</a:t>
            </a:r>
            <a:r>
              <a:rPr lang="de-DE" b="0" noProof="0" dirty="0"/>
              <a:t> </a:t>
            </a:r>
            <a:r>
              <a:rPr lang="de-DE" b="0" noProof="0" dirty="0" err="1"/>
              <a:t>runs</a:t>
            </a:r>
            <a:r>
              <a:rPr lang="de-DE" b="0" noProof="0" dirty="0"/>
              <a:t> </a:t>
            </a:r>
            <a:r>
              <a:rPr lang="de-DE" b="0" noProof="0" dirty="0" err="1"/>
              <a:t>here</a:t>
            </a:r>
            <a:r>
              <a:rPr lang="de-DE" b="0" noProof="0" dirty="0"/>
              <a:t> </a:t>
            </a:r>
            <a:r>
              <a:rPr lang="de-DE" b="0" noProof="0" dirty="0" err="1"/>
              <a:t>this</a:t>
            </a:r>
            <a:r>
              <a:rPr lang="de-DE" b="0" noProof="0" dirty="0"/>
              <a:t> </a:t>
            </a:r>
            <a:r>
              <a:rPr lang="de-DE" b="0" noProof="0" dirty="0" err="1"/>
              <a:t>is</a:t>
            </a:r>
            <a:r>
              <a:rPr lang="de-DE" b="0" noProof="0" dirty="0"/>
              <a:t> </a:t>
            </a:r>
            <a:r>
              <a:rPr lang="de-DE" b="0" noProof="0" dirty="0" err="1"/>
              <a:t>dummy</a:t>
            </a:r>
            <a:r>
              <a:rPr lang="de-DE" b="0" noProof="0" dirty="0"/>
              <a:t> </a:t>
            </a:r>
            <a:r>
              <a:rPr lang="de-DE" b="0" noProof="0" dirty="0" err="1"/>
              <a:t>text</a:t>
            </a:r>
            <a:r>
              <a:rPr lang="de-DE" b="0" noProof="0" dirty="0"/>
              <a:t> </a:t>
            </a:r>
            <a:r>
              <a:rPr lang="de-DE" b="0" noProof="0" dirty="0" err="1"/>
              <a:t>it</a:t>
            </a:r>
            <a:r>
              <a:rPr lang="de-DE" b="0" noProof="0" dirty="0"/>
              <a:t> </a:t>
            </a:r>
            <a:r>
              <a:rPr lang="de-DE" b="0" noProof="0" dirty="0" err="1"/>
              <a:t>is</a:t>
            </a:r>
            <a:r>
              <a:rPr lang="de-DE" b="0" noProof="0" dirty="0"/>
              <a:t> not </a:t>
            </a:r>
            <a:r>
              <a:rPr lang="de-DE" b="0" noProof="0" dirty="0" err="1"/>
              <a:t>here</a:t>
            </a:r>
            <a:r>
              <a:rPr lang="de-DE" b="0" noProof="0" dirty="0"/>
              <a:t> </a:t>
            </a:r>
            <a:r>
              <a:rPr lang="de-DE" b="0" noProof="0" dirty="0" err="1"/>
              <a:t>to</a:t>
            </a:r>
            <a:r>
              <a:rPr lang="de-DE" b="0" noProof="0" dirty="0"/>
              <a:t> </a:t>
            </a:r>
            <a:r>
              <a:rPr lang="de-DE" b="0" noProof="0" dirty="0" err="1"/>
              <a:t>be</a:t>
            </a:r>
            <a:r>
              <a:rPr lang="de-DE" b="0" noProof="0" dirty="0"/>
              <a:t> </a:t>
            </a:r>
            <a:r>
              <a:rPr lang="de-DE" b="0" noProof="0" dirty="0" err="1"/>
              <a:t>read</a:t>
            </a:r>
            <a:r>
              <a:rPr lang="de-DE" b="0" noProof="0" dirty="0"/>
              <a:t> </a:t>
            </a:r>
            <a:r>
              <a:rPr lang="de-DE" b="0" noProof="0" dirty="0" err="1"/>
              <a:t>it</a:t>
            </a:r>
            <a:r>
              <a:rPr lang="de-DE" b="0" noProof="0" dirty="0"/>
              <a:t> </a:t>
            </a:r>
            <a:r>
              <a:rPr lang="de-DE" b="0" noProof="0" dirty="0" err="1"/>
              <a:t>is</a:t>
            </a:r>
            <a:r>
              <a:rPr lang="de-DE" b="0" noProof="0" dirty="0"/>
              <a:t> </a:t>
            </a:r>
            <a:r>
              <a:rPr lang="de-DE" b="0" noProof="0" dirty="0" err="1"/>
              <a:t>here</a:t>
            </a:r>
            <a:r>
              <a:rPr lang="de-DE" b="0" noProof="0" dirty="0"/>
              <a:t> </a:t>
            </a:r>
            <a:r>
              <a:rPr lang="de-DE" b="0" noProof="0" dirty="0" err="1"/>
              <a:t>to</a:t>
            </a:r>
            <a:r>
              <a:rPr lang="de-DE" b="0" noProof="0" dirty="0"/>
              <a:t> </a:t>
            </a:r>
            <a:r>
              <a:rPr lang="de-DE" b="0" noProof="0" dirty="0" err="1"/>
              <a:t>show</a:t>
            </a:r>
            <a:r>
              <a:rPr lang="de-DE" b="0" noProof="0" dirty="0"/>
              <a:t> </a:t>
            </a:r>
            <a:r>
              <a:rPr lang="de-DE" b="0" noProof="0" dirty="0" err="1"/>
              <a:t>how</a:t>
            </a:r>
            <a:r>
              <a:rPr lang="de-DE" b="0" noProof="0" dirty="0"/>
              <a:t> </a:t>
            </a:r>
            <a:r>
              <a:rPr lang="de-DE" b="0" noProof="0" dirty="0" err="1"/>
              <a:t>this</a:t>
            </a:r>
            <a:r>
              <a:rPr lang="de-DE" b="0" noProof="0" dirty="0"/>
              <a:t> </a:t>
            </a:r>
            <a:r>
              <a:rPr lang="de-DE" b="0" noProof="0" dirty="0" err="1"/>
              <a:t>document</a:t>
            </a:r>
            <a:r>
              <a:rPr lang="de-DE" b="0" noProof="0" dirty="0"/>
              <a:t> will </a:t>
            </a:r>
            <a:r>
              <a:rPr lang="de-DE" b="0" noProof="0" dirty="0" err="1"/>
              <a:t>look</a:t>
            </a:r>
            <a:r>
              <a:rPr lang="de-DE" b="0" noProof="0" dirty="0"/>
              <a:t> </a:t>
            </a:r>
            <a:r>
              <a:rPr lang="de-DE" b="0" noProof="0" dirty="0" err="1"/>
              <a:t>when</a:t>
            </a:r>
            <a:r>
              <a:rPr lang="de-DE" b="0" noProof="0" dirty="0"/>
              <a:t> </a:t>
            </a:r>
            <a:r>
              <a:rPr lang="de-DE" b="0" noProof="0" dirty="0" err="1"/>
              <a:t>populated</a:t>
            </a:r>
            <a:r>
              <a:rPr lang="de-DE" b="0" noProof="0" dirty="0"/>
              <a:t> </a:t>
            </a:r>
            <a:r>
              <a:rPr lang="de-DE" b="0" noProof="0" dirty="0" err="1"/>
              <a:t>with</a:t>
            </a:r>
            <a:r>
              <a:rPr lang="de-DE" b="0" noProof="0" dirty="0"/>
              <a:t> real </a:t>
            </a:r>
            <a:r>
              <a:rPr lang="de-DE" b="0" noProof="0" dirty="0" err="1"/>
              <a:t>text</a:t>
            </a:r>
            <a:r>
              <a:rPr lang="de-DE" b="0" noProof="0" dirty="0"/>
              <a:t>.</a:t>
            </a:r>
          </a:p>
        </p:txBody>
      </p:sp>
      <p:sp>
        <p:nvSpPr>
          <p:cNvPr id="11" name="Textplatzhalter 12"/>
          <p:cNvSpPr>
            <a:spLocks noGrp="1"/>
          </p:cNvSpPr>
          <p:nvPr>
            <p:ph type="body" sz="quarter" idx="27" hasCustomPrompt="1"/>
          </p:nvPr>
        </p:nvSpPr>
        <p:spPr>
          <a:xfrm>
            <a:off x="6159600" y="3456000"/>
            <a:ext cx="5537100" cy="2250000"/>
          </a:xfrm>
        </p:spPr>
        <p:txBody>
          <a:bodyPr>
            <a:noAutofit/>
          </a:bodyPr>
          <a:lstStyle>
            <a:lvl1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dirty="0" err="1"/>
              <a:t>Industry</a:t>
            </a:r>
            <a:r>
              <a:rPr lang="de-DE" b="0" noProof="0" dirty="0"/>
              <a:t>: </a:t>
            </a:r>
            <a:r>
              <a:rPr lang="de-DE" b="0" noProof="0" dirty="0" err="1"/>
              <a:t>Scope</a:t>
            </a:r>
            <a:r>
              <a:rPr lang="de-DE" b="0" noProof="0" dirty="0"/>
              <a:t>: Technology:</a:t>
            </a:r>
          </a:p>
          <a:p>
            <a:pPr lvl="0"/>
            <a:endParaRPr lang="de-DE" b="0" noProof="0" dirty="0"/>
          </a:p>
        </p:txBody>
      </p:sp>
      <p:sp>
        <p:nvSpPr>
          <p:cNvPr id="12" name="Textplatzhalt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6339600" y="6055200"/>
            <a:ext cx="5357100" cy="324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dirty="0"/>
              <a:t>Client AG, Client Solutions GmbH, Client Ltd.</a:t>
            </a:r>
          </a:p>
          <a:p>
            <a:pPr lvl="0"/>
            <a:endParaRPr lang="de-DE" b="0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20AB80-8C3F-4D07-BD2C-74066685D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9164530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ags" Target="../tags/tag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81285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15" name="CaseCode" hidden="1"/>
          <p:cNvSpPr txBox="1"/>
          <p:nvPr>
            <p:custDataLst>
              <p:tags r:id="rId49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noProof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Copyright"/>
          <p:cNvSpPr txBox="1"/>
          <p:nvPr>
            <p:custDataLst>
              <p:tags r:id="rId50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887" y="1714500"/>
            <a:ext cx="11277599" cy="4648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>
            <a:extLst>
              <a:ext uri="{FF2B5EF4-FFF2-40B4-BE49-F238E27FC236}">
                <a16:creationId xmlns:a16="http://schemas.microsoft.com/office/drawing/2014/main" id="{AF3F685E-75BA-4AAC-8247-5B8C55DC34A1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lvl="0"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" name="empower - DO NOT DELETE!!!" hidden="1">
            <a:extLst>
              <a:ext uri="{FF2B5EF4-FFF2-40B4-BE49-F238E27FC236}">
                <a16:creationId xmlns:a16="http://schemas.microsoft.com/office/drawing/2014/main" id="{010D3BDB-9505-4DFA-9DF5-8ABBE694D4C1}"/>
              </a:ext>
            </a:extLst>
          </p:cNvPr>
          <p:cNvSpPr/>
          <p:nvPr>
            <p:custDataLst>
              <p:tags r:id="rId5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lvl="0"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33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58" r:id="rId2"/>
    <p:sldLayoutId id="2147483682" r:id="rId3"/>
    <p:sldLayoutId id="2147483672" r:id="rId4"/>
    <p:sldLayoutId id="2147483667" r:id="rId5"/>
    <p:sldLayoutId id="2147483692" r:id="rId6"/>
    <p:sldLayoutId id="2147483657" r:id="rId7"/>
    <p:sldLayoutId id="2147483681" r:id="rId8"/>
    <p:sldLayoutId id="2147483673" r:id="rId9"/>
    <p:sldLayoutId id="2147483668" r:id="rId10"/>
    <p:sldLayoutId id="2147483661" r:id="rId11"/>
    <p:sldLayoutId id="2147483683" r:id="rId12"/>
    <p:sldLayoutId id="2147483649" r:id="rId13"/>
    <p:sldLayoutId id="2147483674" r:id="rId14"/>
    <p:sldLayoutId id="2147483693" r:id="rId15"/>
    <p:sldLayoutId id="2147483659" r:id="rId16"/>
    <p:sldLayoutId id="2147483684" r:id="rId17"/>
    <p:sldLayoutId id="2147483650" r:id="rId18"/>
    <p:sldLayoutId id="2147483669" r:id="rId19"/>
    <p:sldLayoutId id="2147483689" r:id="rId20"/>
    <p:sldLayoutId id="2147483653" r:id="rId21"/>
    <p:sldLayoutId id="2147483675" r:id="rId22"/>
    <p:sldLayoutId id="2147483694" r:id="rId23"/>
    <p:sldLayoutId id="2147483662" r:id="rId24"/>
    <p:sldLayoutId id="2147483685" r:id="rId25"/>
    <p:sldLayoutId id="2147483651" r:id="rId26"/>
    <p:sldLayoutId id="2147483676" r:id="rId27"/>
    <p:sldLayoutId id="2147483695" r:id="rId28"/>
    <p:sldLayoutId id="2147483660" r:id="rId29"/>
    <p:sldLayoutId id="2147483677" r:id="rId30"/>
    <p:sldLayoutId id="2147483670" r:id="rId31"/>
    <p:sldLayoutId id="2147483663" r:id="rId32"/>
    <p:sldLayoutId id="2147483686" r:id="rId33"/>
    <p:sldLayoutId id="2147483654" r:id="rId34"/>
    <p:sldLayoutId id="2147483678" r:id="rId35"/>
    <p:sldLayoutId id="2147483696" r:id="rId36"/>
    <p:sldLayoutId id="2147483664" r:id="rId37"/>
    <p:sldLayoutId id="2147483687" r:id="rId38"/>
    <p:sldLayoutId id="2147483652" r:id="rId39"/>
    <p:sldLayoutId id="2147483665" r:id="rId40"/>
    <p:sldLayoutId id="2147483679" r:id="rId41"/>
    <p:sldLayoutId id="2147483671" r:id="rId42"/>
    <p:sldLayoutId id="2147483666" r:id="rId43"/>
    <p:sldLayoutId id="2147483688" r:id="rId44"/>
    <p:sldLayoutId id="2147483656" r:id="rId45"/>
    <p:sldLayoutId id="2147483680" r:id="rId46"/>
    <p:sldLayoutId id="2147483697" r:id="rId47"/>
  </p:sldLayoutIdLst>
  <p:transition>
    <p:fade/>
  </p:transition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spcBef>
          <a:spcPts val="0"/>
        </a:spcBef>
        <a:spcAft>
          <a:spcPts val="750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04775" indent="-104775" algn="l" defTabSz="685800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•"/>
        <a:defRPr lang="en-US" sz="1200" b="1" kern="1200" dirty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2pPr>
      <a:lvl3pPr marL="228600" indent="-104775" algn="l" defTabSz="685800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−"/>
        <a:defRPr lang="en-US" sz="1200" kern="1200" dirty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352425" indent="-104775" algn="l" defTabSz="685800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◦"/>
        <a:defRPr lang="en-US" sz="1200" kern="1200" baseline="0" dirty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476250" indent="-104775" algn="l" defTabSz="598885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−"/>
        <a:tabLst/>
        <a:defRPr lang="en-US" sz="1200" kern="1200" baseline="0" dirty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67300" indent="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None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5" orient="horz" pos="4008">
          <p15:clr>
            <a:srgbClr val="F26B43"/>
          </p15:clr>
        </p15:guide>
        <p15:guide id="49" orient="horz" pos="436">
          <p15:clr>
            <a:srgbClr val="F26B43"/>
          </p15:clr>
        </p15:guide>
        <p15:guide id="68" orient="horz" pos="4104">
          <p15:clr>
            <a:srgbClr val="F26B43"/>
          </p15:clr>
        </p15:guide>
        <p15:guide id="69" orient="horz" pos="2088">
          <p15:clr>
            <a:srgbClr val="F26B43"/>
          </p15:clr>
        </p15:guide>
        <p15:guide id="70" orient="horz" pos="1080">
          <p15:clr>
            <a:srgbClr val="F26B43"/>
          </p15:clr>
        </p15:guide>
        <p15:guide id="71" orient="horz" pos="216">
          <p15:clr>
            <a:srgbClr val="F26B43"/>
          </p15:clr>
        </p15:guide>
        <p15:guide id="72" pos="3840">
          <p15:clr>
            <a:srgbClr val="F26B43"/>
          </p15:clr>
        </p15:guide>
        <p15:guide id="73" pos="3936">
          <p15:clr>
            <a:srgbClr val="F26B43"/>
          </p15:clr>
        </p15:guide>
        <p15:guide id="74" pos="288">
          <p15:clr>
            <a:srgbClr val="F26B43"/>
          </p15:clr>
        </p15:guide>
        <p15:guide id="75" pos="4960">
          <p15:clr>
            <a:srgbClr val="F26B43"/>
          </p15:clr>
        </p15:guide>
        <p15:guide id="76" pos="3744">
          <p15:clr>
            <a:srgbClr val="F26B43"/>
          </p15:clr>
        </p15:guide>
        <p15:guide id="77" pos="2720">
          <p15:clr>
            <a:srgbClr val="F26B43"/>
          </p15:clr>
        </p15:guide>
        <p15:guide id="78" pos="2528">
          <p15:clr>
            <a:srgbClr val="F26B43"/>
          </p15:clr>
        </p15:guide>
        <p15:guide id="79" pos="1312">
          <p15:clr>
            <a:srgbClr val="F26B43"/>
          </p15:clr>
        </p15:guide>
        <p15:guide id="80" pos="1504">
          <p15:clr>
            <a:srgbClr val="F26B43"/>
          </p15:clr>
        </p15:guide>
        <p15:guide id="81" pos="5152">
          <p15:clr>
            <a:srgbClr val="F26B43"/>
          </p15:clr>
        </p15:guide>
        <p15:guide id="82" pos="6176">
          <p15:clr>
            <a:srgbClr val="F26B43"/>
          </p15:clr>
        </p15:guide>
        <p15:guide id="83" pos="6368">
          <p15:clr>
            <a:srgbClr val="F26B43"/>
          </p15:clr>
        </p15:guide>
        <p15:guide id="84" pos="7392">
          <p15:clr>
            <a:srgbClr val="F26B43"/>
          </p15:clr>
        </p15:guide>
        <p15:guide id="85" orient="horz" pos="21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0400" y="317500"/>
            <a:ext cx="11196300" cy="334099"/>
          </a:xfrm>
        </p:spPr>
        <p:txBody>
          <a:bodyPr/>
          <a:lstStyle/>
          <a:p>
            <a:r>
              <a:rPr lang="en-US" dirty="0"/>
              <a:t>Profile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0400" y="651600"/>
            <a:ext cx="11196300" cy="756000"/>
          </a:xfrm>
        </p:spPr>
        <p:txBody>
          <a:bodyPr/>
          <a:lstStyle/>
          <a:p>
            <a:r>
              <a:rPr lang="en-US" dirty="0"/>
              <a:t>John Doe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925888" y="3456000"/>
            <a:ext cx="2304000" cy="2926800"/>
          </a:xfrm>
        </p:spPr>
        <p:txBody>
          <a:bodyPr/>
          <a:lstStyle/>
          <a:p>
            <a:pPr lvl="0">
              <a:spcBef>
                <a:spcPts val="600"/>
              </a:spcBef>
              <a:defRPr/>
            </a:pPr>
            <a:r>
              <a:rPr lang="en-US" sz="1200" dirty="0"/>
              <a:t>Business Skills</a:t>
            </a:r>
          </a:p>
          <a:p>
            <a:pPr marL="171450" lvl="2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[…]</a:t>
            </a:r>
            <a:endParaRPr lang="en-US" dirty="0"/>
          </a:p>
          <a:p>
            <a:pPr lvl="0">
              <a:spcBef>
                <a:spcPts val="600"/>
              </a:spcBef>
              <a:defRPr/>
            </a:pPr>
            <a:r>
              <a:rPr lang="en-US" sz="1200" dirty="0"/>
              <a:t>Languages</a:t>
            </a:r>
          </a:p>
          <a:p>
            <a:pPr marL="171450" lvl="2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[…]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lvl="0">
              <a:spcBef>
                <a:spcPts val="600"/>
              </a:spcBef>
              <a:defRPr/>
            </a:pPr>
            <a:r>
              <a:rPr lang="en-US" sz="1200" dirty="0"/>
              <a:t>Industry Experience</a:t>
            </a:r>
          </a:p>
          <a:p>
            <a:pPr marL="171450" lvl="2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[...]</a:t>
            </a:r>
          </a:p>
          <a:p>
            <a:pPr lvl="0">
              <a:spcBef>
                <a:spcPts val="600"/>
              </a:spcBef>
              <a:defRPr/>
            </a:pPr>
            <a:r>
              <a:rPr lang="en-US" sz="1200" dirty="0"/>
              <a:t>Certificates</a:t>
            </a:r>
          </a:p>
          <a:p>
            <a:pPr marL="171450" lvl="2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[…]</a:t>
            </a:r>
          </a:p>
          <a:p>
            <a:pPr lvl="0">
              <a:spcBef>
                <a:spcPts val="600"/>
              </a:spcBef>
              <a:defRPr/>
            </a:pPr>
            <a:r>
              <a:rPr lang="en-US" sz="1200" dirty="0"/>
              <a:t>Education</a:t>
            </a:r>
          </a:p>
          <a:p>
            <a:pPr marL="171450" lvl="2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[…]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5"/>
          </p:nvPr>
        </p:nvSpPr>
        <p:spPr>
          <a:xfrm>
            <a:off x="1861200" y="1670400"/>
            <a:ext cx="3790800" cy="126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sz="1200" b="1" dirty="0"/>
              <a:t>John Doe</a:t>
            </a:r>
            <a:br>
              <a:rPr lang="en-US" dirty="0"/>
            </a:br>
            <a:r>
              <a:rPr lang="en-US" dirty="0"/>
              <a:t>Senior Manager</a:t>
            </a:r>
          </a:p>
          <a:p>
            <a:pPr lvl="0">
              <a:spcAft>
                <a:spcPts val="0"/>
              </a:spcAft>
            </a:pPr>
            <a:r>
              <a:rPr lang="en-US" dirty="0"/>
              <a:t>Human Capital</a:t>
            </a:r>
            <a:br>
              <a:rPr lang="en-US" dirty="0"/>
            </a:br>
            <a:r>
              <a:rPr lang="en-US" dirty="0"/>
              <a:t>Strategic Change &amp; Organization Transformation</a:t>
            </a:r>
            <a:br>
              <a:rPr lang="en-US" dirty="0"/>
            </a:br>
            <a:r>
              <a:rPr lang="en-US" dirty="0"/>
              <a:t>Germany, Düsseldorf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6"/>
          </p:nvPr>
        </p:nvSpPr>
        <p:spPr>
          <a:xfrm>
            <a:off x="6339600" y="1951200"/>
            <a:ext cx="5357100" cy="1592534"/>
          </a:xfrm>
        </p:spPr>
        <p:txBody>
          <a:bodyPr/>
          <a:lstStyle/>
          <a:p>
            <a:r>
              <a:rPr lang="en-US" dirty="0"/>
              <a:t>[…]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7"/>
          </p:nvPr>
        </p:nvSpPr>
        <p:spPr>
          <a:xfrm>
            <a:off x="6159600" y="4052347"/>
            <a:ext cx="5537100" cy="1440974"/>
          </a:xfrm>
        </p:spPr>
        <p:txBody>
          <a:bodyPr/>
          <a:lstStyle/>
          <a:p>
            <a:pPr marL="176400" lvl="2" indent="-17640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Industry: Science &amp; Technology</a:t>
            </a:r>
            <a:b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[…]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6339600" y="6055200"/>
            <a:ext cx="5357100" cy="324000"/>
          </a:xfrm>
        </p:spPr>
        <p:txBody>
          <a:bodyPr/>
          <a:lstStyle/>
          <a:p>
            <a:r>
              <a:rPr lang="en-US" dirty="0"/>
              <a:t>[…]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00400" y="3084689"/>
            <a:ext cx="5146113" cy="371888"/>
            <a:chOff x="535855" y="3075545"/>
            <a:chExt cx="5146113" cy="371888"/>
          </a:xfrm>
        </p:grpSpPr>
        <p:cxnSp>
          <p:nvCxnSpPr>
            <p:cNvPr id="15" name="Straight Connector 14"/>
            <p:cNvCxnSpPr/>
            <p:nvPr userDrawn="1"/>
          </p:nvCxnSpPr>
          <p:spPr>
            <a:xfrm>
              <a:off x="965968" y="3369135"/>
              <a:ext cx="4716000" cy="2548"/>
            </a:xfrm>
            <a:prstGeom prst="line">
              <a:avLst/>
            </a:prstGeom>
            <a:ln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 userDrawn="1"/>
          </p:nvSpPr>
          <p:spPr>
            <a:xfrm>
              <a:off x="962826" y="3180622"/>
              <a:ext cx="468700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>
                <a:spcBef>
                  <a:spcPts val="600"/>
                </a:spcBef>
                <a:buSzPct val="100000"/>
                <a:buFont typeface="Arial"/>
                <a:buNone/>
              </a:pPr>
              <a:r>
                <a:rPr lang="en-US" sz="1200" b="1">
                  <a:latin typeface="Calibri" panose="020F0502020204030204" pitchFamily="34" charset="0"/>
                  <a:cs typeface="Calibri" panose="020F0502020204030204" pitchFamily="34" charset="0"/>
                </a:rPr>
                <a:t>Key Skills</a:t>
              </a:r>
              <a:endParaRPr lang="en-US" sz="1200" b="1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855" y="3075545"/>
              <a:ext cx="365792" cy="371888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5913085" y="3674712"/>
            <a:ext cx="5786825" cy="369021"/>
            <a:chOff x="5913085" y="3078365"/>
            <a:chExt cx="5786825" cy="369021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6335910" y="3371211"/>
              <a:ext cx="5364000" cy="472"/>
            </a:xfrm>
            <a:prstGeom prst="line">
              <a:avLst/>
            </a:prstGeom>
            <a:ln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/>
            <p:cNvGrpSpPr/>
            <p:nvPr/>
          </p:nvGrpSpPr>
          <p:grpSpPr>
            <a:xfrm>
              <a:off x="5913085" y="3078365"/>
              <a:ext cx="5753454" cy="369021"/>
              <a:chOff x="5913085" y="3078365"/>
              <a:chExt cx="5753454" cy="369021"/>
            </a:xfrm>
          </p:grpSpPr>
          <p:grpSp>
            <p:nvGrpSpPr>
              <p:cNvPr id="21" name="Group 675"/>
              <p:cNvGrpSpPr>
                <a:grpSpLocks noChangeAspect="1"/>
              </p:cNvGrpSpPr>
              <p:nvPr userDrawn="1"/>
            </p:nvGrpSpPr>
            <p:grpSpPr bwMode="gray">
              <a:xfrm>
                <a:off x="5913085" y="3078365"/>
                <a:ext cx="369021" cy="369021"/>
                <a:chOff x="6583" y="2681"/>
                <a:chExt cx="340" cy="340"/>
              </a:xfrm>
              <a:solidFill>
                <a:schemeClr val="accent1"/>
              </a:solidFill>
            </p:grpSpPr>
            <p:sp>
              <p:nvSpPr>
                <p:cNvPr id="23" name="Freeform 676"/>
                <p:cNvSpPr>
                  <a:spLocks noEditPoints="1"/>
                </p:cNvSpPr>
                <p:nvPr/>
              </p:nvSpPr>
              <p:spPr bwMode="gray">
                <a:xfrm>
                  <a:off x="6583" y="2681"/>
                  <a:ext cx="340" cy="340"/>
                </a:xfrm>
                <a:custGeom>
                  <a:avLst/>
                  <a:gdLst>
                    <a:gd name="T0" fmla="*/ 256 w 512"/>
                    <a:gd name="T1" fmla="*/ 21 h 512"/>
                    <a:gd name="T2" fmla="*/ 490 w 512"/>
                    <a:gd name="T3" fmla="*/ 256 h 512"/>
                    <a:gd name="T4" fmla="*/ 256 w 512"/>
                    <a:gd name="T5" fmla="*/ 490 h 512"/>
                    <a:gd name="T6" fmla="*/ 21 w 512"/>
                    <a:gd name="T7" fmla="*/ 256 h 512"/>
                    <a:gd name="T8" fmla="*/ 256 w 512"/>
                    <a:gd name="T9" fmla="*/ 21 h 512"/>
                    <a:gd name="T10" fmla="*/ 256 w 512"/>
                    <a:gd name="T11" fmla="*/ 0 h 512"/>
                    <a:gd name="T12" fmla="*/ 0 w 512"/>
                    <a:gd name="T13" fmla="*/ 256 h 512"/>
                    <a:gd name="T14" fmla="*/ 256 w 512"/>
                    <a:gd name="T15" fmla="*/ 512 h 512"/>
                    <a:gd name="T16" fmla="*/ 512 w 512"/>
                    <a:gd name="T17" fmla="*/ 256 h 512"/>
                    <a:gd name="T18" fmla="*/ 256 w 512"/>
                    <a:gd name="T19" fmla="*/ 0 h 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12" h="512">
                      <a:moveTo>
                        <a:pt x="256" y="21"/>
                      </a:moveTo>
                      <a:cubicBezTo>
                        <a:pt x="385" y="21"/>
                        <a:pt x="490" y="126"/>
                        <a:pt x="490" y="256"/>
                      </a:cubicBezTo>
                      <a:cubicBezTo>
                        <a:pt x="490" y="385"/>
                        <a:pt x="385" y="490"/>
                        <a:pt x="256" y="490"/>
                      </a:cubicBezTo>
                      <a:cubicBezTo>
                        <a:pt x="126" y="490"/>
                        <a:pt x="21" y="385"/>
                        <a:pt x="21" y="256"/>
                      </a:cubicBezTo>
                      <a:cubicBezTo>
                        <a:pt x="21" y="126"/>
                        <a:pt x="126" y="21"/>
                        <a:pt x="256" y="21"/>
                      </a:cubicBezTo>
                      <a:moveTo>
                        <a:pt x="256" y="0"/>
                      </a:moveTo>
                      <a:cubicBezTo>
                        <a:pt x="114" y="0"/>
                        <a:pt x="0" y="114"/>
                        <a:pt x="0" y="256"/>
                      </a:cubicBezTo>
                      <a:cubicBezTo>
                        <a:pt x="0" y="397"/>
                        <a:pt x="114" y="512"/>
                        <a:pt x="256" y="512"/>
                      </a:cubicBezTo>
                      <a:cubicBezTo>
                        <a:pt x="397" y="512"/>
                        <a:pt x="512" y="397"/>
                        <a:pt x="512" y="256"/>
                      </a:cubicBezTo>
                      <a:cubicBezTo>
                        <a:pt x="512" y="114"/>
                        <a:pt x="397" y="0"/>
                        <a:pt x="2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" name="Freeform 677"/>
                <p:cNvSpPr>
                  <a:spLocks noEditPoints="1"/>
                </p:cNvSpPr>
                <p:nvPr/>
              </p:nvSpPr>
              <p:spPr bwMode="gray">
                <a:xfrm>
                  <a:off x="6672" y="2741"/>
                  <a:ext cx="162" cy="224"/>
                </a:xfrm>
                <a:custGeom>
                  <a:avLst/>
                  <a:gdLst>
                    <a:gd name="T0" fmla="*/ 233 w 244"/>
                    <a:gd name="T1" fmla="*/ 122 h 336"/>
                    <a:gd name="T2" fmla="*/ 241 w 244"/>
                    <a:gd name="T3" fmla="*/ 90 h 336"/>
                    <a:gd name="T4" fmla="*/ 218 w 244"/>
                    <a:gd name="T5" fmla="*/ 67 h 336"/>
                    <a:gd name="T6" fmla="*/ 209 w 244"/>
                    <a:gd name="T7" fmla="*/ 35 h 336"/>
                    <a:gd name="T8" fmla="*/ 177 w 244"/>
                    <a:gd name="T9" fmla="*/ 26 h 336"/>
                    <a:gd name="T10" fmla="*/ 154 w 244"/>
                    <a:gd name="T11" fmla="*/ 2 h 336"/>
                    <a:gd name="T12" fmla="*/ 122 w 244"/>
                    <a:gd name="T13" fmla="*/ 11 h 336"/>
                    <a:gd name="T14" fmla="*/ 90 w 244"/>
                    <a:gd name="T15" fmla="*/ 2 h 336"/>
                    <a:gd name="T16" fmla="*/ 66 w 244"/>
                    <a:gd name="T17" fmla="*/ 26 h 336"/>
                    <a:gd name="T18" fmla="*/ 34 w 244"/>
                    <a:gd name="T19" fmla="*/ 35 h 336"/>
                    <a:gd name="T20" fmla="*/ 26 w 244"/>
                    <a:gd name="T21" fmla="*/ 67 h 336"/>
                    <a:gd name="T22" fmla="*/ 2 w 244"/>
                    <a:gd name="T23" fmla="*/ 90 h 336"/>
                    <a:gd name="T24" fmla="*/ 11 w 244"/>
                    <a:gd name="T25" fmla="*/ 122 h 336"/>
                    <a:gd name="T26" fmla="*/ 2 w 244"/>
                    <a:gd name="T27" fmla="*/ 154 h 336"/>
                    <a:gd name="T28" fmla="*/ 26 w 244"/>
                    <a:gd name="T29" fmla="*/ 177 h 336"/>
                    <a:gd name="T30" fmla="*/ 34 w 244"/>
                    <a:gd name="T31" fmla="*/ 209 h 336"/>
                    <a:gd name="T32" fmla="*/ 58 w 244"/>
                    <a:gd name="T33" fmla="*/ 217 h 336"/>
                    <a:gd name="T34" fmla="*/ 63 w 244"/>
                    <a:gd name="T35" fmla="*/ 334 h 336"/>
                    <a:gd name="T36" fmla="*/ 122 w 244"/>
                    <a:gd name="T37" fmla="*/ 305 h 336"/>
                    <a:gd name="T38" fmla="*/ 175 w 244"/>
                    <a:gd name="T39" fmla="*/ 335 h 336"/>
                    <a:gd name="T40" fmla="*/ 186 w 244"/>
                    <a:gd name="T41" fmla="*/ 325 h 336"/>
                    <a:gd name="T42" fmla="*/ 186 w 244"/>
                    <a:gd name="T43" fmla="*/ 217 h 336"/>
                    <a:gd name="T44" fmla="*/ 217 w 244"/>
                    <a:gd name="T45" fmla="*/ 187 h 336"/>
                    <a:gd name="T46" fmla="*/ 225 w 244"/>
                    <a:gd name="T47" fmla="*/ 172 h 336"/>
                    <a:gd name="T48" fmla="*/ 236 w 244"/>
                    <a:gd name="T49" fmla="*/ 131 h 336"/>
                    <a:gd name="T50" fmla="*/ 116 w 244"/>
                    <a:gd name="T51" fmla="*/ 284 h 336"/>
                    <a:gd name="T52" fmla="*/ 79 w 244"/>
                    <a:gd name="T53" fmla="*/ 235 h 336"/>
                    <a:gd name="T54" fmla="*/ 95 w 244"/>
                    <a:gd name="T55" fmla="*/ 242 h 336"/>
                    <a:gd name="T56" fmla="*/ 122 w 244"/>
                    <a:gd name="T57" fmla="*/ 233 h 336"/>
                    <a:gd name="T58" fmla="*/ 154 w 244"/>
                    <a:gd name="T59" fmla="*/ 242 h 336"/>
                    <a:gd name="T60" fmla="*/ 164 w 244"/>
                    <a:gd name="T61" fmla="*/ 306 h 336"/>
                    <a:gd name="T62" fmla="*/ 213 w 244"/>
                    <a:gd name="T63" fmla="*/ 154 h 336"/>
                    <a:gd name="T64" fmla="*/ 195 w 244"/>
                    <a:gd name="T65" fmla="*/ 185 h 336"/>
                    <a:gd name="T66" fmla="*/ 185 w 244"/>
                    <a:gd name="T67" fmla="*/ 195 h 336"/>
                    <a:gd name="T68" fmla="*/ 154 w 244"/>
                    <a:gd name="T69" fmla="*/ 212 h 336"/>
                    <a:gd name="T70" fmla="*/ 148 w 244"/>
                    <a:gd name="T71" fmla="*/ 218 h 336"/>
                    <a:gd name="T72" fmla="*/ 122 w 244"/>
                    <a:gd name="T73" fmla="*/ 212 h 336"/>
                    <a:gd name="T74" fmla="*/ 95 w 244"/>
                    <a:gd name="T75" fmla="*/ 221 h 336"/>
                    <a:gd name="T76" fmla="*/ 77 w 244"/>
                    <a:gd name="T77" fmla="*/ 200 h 336"/>
                    <a:gd name="T78" fmla="*/ 49 w 244"/>
                    <a:gd name="T79" fmla="*/ 195 h 336"/>
                    <a:gd name="T80" fmla="*/ 44 w 244"/>
                    <a:gd name="T81" fmla="*/ 167 h 336"/>
                    <a:gd name="T82" fmla="*/ 23 w 244"/>
                    <a:gd name="T83" fmla="*/ 149 h 336"/>
                    <a:gd name="T84" fmla="*/ 32 w 244"/>
                    <a:gd name="T85" fmla="*/ 122 h 336"/>
                    <a:gd name="T86" fmla="*/ 23 w 244"/>
                    <a:gd name="T87" fmla="*/ 96 h 336"/>
                    <a:gd name="T88" fmla="*/ 44 w 244"/>
                    <a:gd name="T89" fmla="*/ 77 h 336"/>
                    <a:gd name="T90" fmla="*/ 49 w 244"/>
                    <a:gd name="T91" fmla="*/ 50 h 336"/>
                    <a:gd name="T92" fmla="*/ 77 w 244"/>
                    <a:gd name="T93" fmla="*/ 45 h 336"/>
                    <a:gd name="T94" fmla="*/ 95 w 244"/>
                    <a:gd name="T95" fmla="*/ 26 h 336"/>
                    <a:gd name="T96" fmla="*/ 103 w 244"/>
                    <a:gd name="T97" fmla="*/ 28 h 336"/>
                    <a:gd name="T98" fmla="*/ 140 w 244"/>
                    <a:gd name="T99" fmla="*/ 27 h 336"/>
                    <a:gd name="T100" fmla="*/ 154 w 244"/>
                    <a:gd name="T101" fmla="*/ 30 h 336"/>
                    <a:gd name="T102" fmla="*/ 185 w 244"/>
                    <a:gd name="T103" fmla="*/ 48 h 336"/>
                    <a:gd name="T104" fmla="*/ 195 w 244"/>
                    <a:gd name="T105" fmla="*/ 59 h 336"/>
                    <a:gd name="T106" fmla="*/ 213 w 244"/>
                    <a:gd name="T107" fmla="*/ 90 h 336"/>
                    <a:gd name="T108" fmla="*/ 217 w 244"/>
                    <a:gd name="T109" fmla="*/ 104 h 336"/>
                    <a:gd name="T110" fmla="*/ 217 w 244"/>
                    <a:gd name="T111" fmla="*/ 140 h 336"/>
                    <a:gd name="T112" fmla="*/ 213 w 244"/>
                    <a:gd name="T113" fmla="*/ 154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244" h="336">
                      <a:moveTo>
                        <a:pt x="236" y="131"/>
                      </a:moveTo>
                      <a:cubicBezTo>
                        <a:pt x="235" y="128"/>
                        <a:pt x="233" y="124"/>
                        <a:pt x="233" y="122"/>
                      </a:cubicBezTo>
                      <a:cubicBezTo>
                        <a:pt x="233" y="120"/>
                        <a:pt x="235" y="116"/>
                        <a:pt x="236" y="113"/>
                      </a:cubicBezTo>
                      <a:cubicBezTo>
                        <a:pt x="239" y="107"/>
                        <a:pt x="244" y="99"/>
                        <a:pt x="241" y="90"/>
                      </a:cubicBezTo>
                      <a:cubicBezTo>
                        <a:pt x="239" y="81"/>
                        <a:pt x="231" y="76"/>
                        <a:pt x="225" y="72"/>
                      </a:cubicBezTo>
                      <a:cubicBezTo>
                        <a:pt x="222" y="70"/>
                        <a:pt x="219" y="68"/>
                        <a:pt x="218" y="67"/>
                      </a:cubicBezTo>
                      <a:cubicBezTo>
                        <a:pt x="217" y="65"/>
                        <a:pt x="217" y="61"/>
                        <a:pt x="217" y="57"/>
                      </a:cubicBezTo>
                      <a:cubicBezTo>
                        <a:pt x="216" y="50"/>
                        <a:pt x="216" y="41"/>
                        <a:pt x="209" y="35"/>
                      </a:cubicBezTo>
                      <a:cubicBezTo>
                        <a:pt x="203" y="28"/>
                        <a:pt x="194" y="28"/>
                        <a:pt x="186" y="27"/>
                      </a:cubicBezTo>
                      <a:cubicBezTo>
                        <a:pt x="183" y="27"/>
                        <a:pt x="179" y="27"/>
                        <a:pt x="177" y="26"/>
                      </a:cubicBezTo>
                      <a:cubicBezTo>
                        <a:pt x="176" y="25"/>
                        <a:pt x="173" y="21"/>
                        <a:pt x="172" y="19"/>
                      </a:cubicBezTo>
                      <a:cubicBezTo>
                        <a:pt x="168" y="13"/>
                        <a:pt x="163" y="5"/>
                        <a:pt x="154" y="2"/>
                      </a:cubicBezTo>
                      <a:cubicBezTo>
                        <a:pt x="145" y="0"/>
                        <a:pt x="137" y="4"/>
                        <a:pt x="130" y="8"/>
                      </a:cubicBezTo>
                      <a:cubicBezTo>
                        <a:pt x="128" y="9"/>
                        <a:pt x="123" y="11"/>
                        <a:pt x="122" y="11"/>
                      </a:cubicBezTo>
                      <a:cubicBezTo>
                        <a:pt x="120" y="11"/>
                        <a:pt x="116" y="9"/>
                        <a:pt x="113" y="8"/>
                      </a:cubicBezTo>
                      <a:cubicBezTo>
                        <a:pt x="106" y="4"/>
                        <a:pt x="98" y="0"/>
                        <a:pt x="90" y="2"/>
                      </a:cubicBezTo>
                      <a:cubicBezTo>
                        <a:pt x="81" y="5"/>
                        <a:pt x="76" y="13"/>
                        <a:pt x="72" y="19"/>
                      </a:cubicBezTo>
                      <a:cubicBezTo>
                        <a:pt x="70" y="21"/>
                        <a:pt x="68" y="25"/>
                        <a:pt x="66" y="26"/>
                      </a:cubicBezTo>
                      <a:cubicBezTo>
                        <a:pt x="65" y="27"/>
                        <a:pt x="60" y="27"/>
                        <a:pt x="57" y="27"/>
                      </a:cubicBezTo>
                      <a:cubicBezTo>
                        <a:pt x="50" y="28"/>
                        <a:pt x="41" y="28"/>
                        <a:pt x="34" y="35"/>
                      </a:cubicBezTo>
                      <a:cubicBezTo>
                        <a:pt x="28" y="41"/>
                        <a:pt x="27" y="50"/>
                        <a:pt x="27" y="57"/>
                      </a:cubicBezTo>
                      <a:cubicBezTo>
                        <a:pt x="27" y="61"/>
                        <a:pt x="26" y="65"/>
                        <a:pt x="26" y="67"/>
                      </a:cubicBezTo>
                      <a:cubicBezTo>
                        <a:pt x="25" y="68"/>
                        <a:pt x="21" y="70"/>
                        <a:pt x="18" y="72"/>
                      </a:cubicBezTo>
                      <a:cubicBezTo>
                        <a:pt x="12" y="76"/>
                        <a:pt x="5" y="81"/>
                        <a:pt x="2" y="90"/>
                      </a:cubicBezTo>
                      <a:cubicBezTo>
                        <a:pt x="0" y="99"/>
                        <a:pt x="4" y="107"/>
                        <a:pt x="7" y="113"/>
                      </a:cubicBezTo>
                      <a:cubicBezTo>
                        <a:pt x="9" y="116"/>
                        <a:pt x="11" y="120"/>
                        <a:pt x="11" y="122"/>
                      </a:cubicBezTo>
                      <a:cubicBezTo>
                        <a:pt x="11" y="124"/>
                        <a:pt x="9" y="128"/>
                        <a:pt x="7" y="131"/>
                      </a:cubicBezTo>
                      <a:cubicBezTo>
                        <a:pt x="4" y="137"/>
                        <a:pt x="0" y="145"/>
                        <a:pt x="2" y="154"/>
                      </a:cubicBezTo>
                      <a:cubicBezTo>
                        <a:pt x="5" y="163"/>
                        <a:pt x="12" y="168"/>
                        <a:pt x="18" y="172"/>
                      </a:cubicBezTo>
                      <a:cubicBezTo>
                        <a:pt x="21" y="174"/>
                        <a:pt x="25" y="176"/>
                        <a:pt x="26" y="177"/>
                      </a:cubicBezTo>
                      <a:cubicBezTo>
                        <a:pt x="26" y="179"/>
                        <a:pt x="27" y="183"/>
                        <a:pt x="27" y="187"/>
                      </a:cubicBezTo>
                      <a:cubicBezTo>
                        <a:pt x="27" y="194"/>
                        <a:pt x="28" y="203"/>
                        <a:pt x="34" y="209"/>
                      </a:cubicBezTo>
                      <a:cubicBezTo>
                        <a:pt x="41" y="216"/>
                        <a:pt x="50" y="216"/>
                        <a:pt x="57" y="217"/>
                      </a:cubicBezTo>
                      <a:cubicBezTo>
                        <a:pt x="57" y="217"/>
                        <a:pt x="57" y="217"/>
                        <a:pt x="58" y="217"/>
                      </a:cubicBezTo>
                      <a:cubicBezTo>
                        <a:pt x="58" y="325"/>
                        <a:pt x="58" y="325"/>
                        <a:pt x="58" y="325"/>
                      </a:cubicBezTo>
                      <a:cubicBezTo>
                        <a:pt x="58" y="329"/>
                        <a:pt x="60" y="332"/>
                        <a:pt x="63" y="334"/>
                      </a:cubicBezTo>
                      <a:cubicBezTo>
                        <a:pt x="66" y="336"/>
                        <a:pt x="71" y="336"/>
                        <a:pt x="74" y="334"/>
                      </a:cubicBezTo>
                      <a:cubicBezTo>
                        <a:pt x="122" y="305"/>
                        <a:pt x="122" y="305"/>
                        <a:pt x="122" y="305"/>
                      </a:cubicBezTo>
                      <a:cubicBezTo>
                        <a:pt x="170" y="334"/>
                        <a:pt x="170" y="334"/>
                        <a:pt x="170" y="334"/>
                      </a:cubicBezTo>
                      <a:cubicBezTo>
                        <a:pt x="171" y="335"/>
                        <a:pt x="173" y="335"/>
                        <a:pt x="175" y="335"/>
                      </a:cubicBezTo>
                      <a:cubicBezTo>
                        <a:pt x="177" y="335"/>
                        <a:pt x="179" y="335"/>
                        <a:pt x="180" y="334"/>
                      </a:cubicBezTo>
                      <a:cubicBezTo>
                        <a:pt x="184" y="332"/>
                        <a:pt x="186" y="329"/>
                        <a:pt x="186" y="325"/>
                      </a:cubicBezTo>
                      <a:cubicBezTo>
                        <a:pt x="186" y="217"/>
                        <a:pt x="186" y="217"/>
                        <a:pt x="186" y="217"/>
                      </a:cubicBezTo>
                      <a:cubicBezTo>
                        <a:pt x="186" y="217"/>
                        <a:pt x="186" y="217"/>
                        <a:pt x="186" y="217"/>
                      </a:cubicBezTo>
                      <a:cubicBezTo>
                        <a:pt x="194" y="216"/>
                        <a:pt x="203" y="216"/>
                        <a:pt x="209" y="209"/>
                      </a:cubicBezTo>
                      <a:cubicBezTo>
                        <a:pt x="216" y="203"/>
                        <a:pt x="216" y="194"/>
                        <a:pt x="217" y="187"/>
                      </a:cubicBezTo>
                      <a:cubicBezTo>
                        <a:pt x="217" y="183"/>
                        <a:pt x="217" y="179"/>
                        <a:pt x="218" y="177"/>
                      </a:cubicBezTo>
                      <a:cubicBezTo>
                        <a:pt x="219" y="176"/>
                        <a:pt x="222" y="174"/>
                        <a:pt x="225" y="172"/>
                      </a:cubicBezTo>
                      <a:cubicBezTo>
                        <a:pt x="231" y="168"/>
                        <a:pt x="239" y="163"/>
                        <a:pt x="241" y="154"/>
                      </a:cubicBezTo>
                      <a:cubicBezTo>
                        <a:pt x="244" y="145"/>
                        <a:pt x="239" y="137"/>
                        <a:pt x="236" y="131"/>
                      </a:cubicBezTo>
                      <a:close/>
                      <a:moveTo>
                        <a:pt x="127" y="284"/>
                      </a:moveTo>
                      <a:cubicBezTo>
                        <a:pt x="124" y="282"/>
                        <a:pt x="120" y="282"/>
                        <a:pt x="116" y="284"/>
                      </a:cubicBezTo>
                      <a:cubicBezTo>
                        <a:pt x="79" y="306"/>
                        <a:pt x="79" y="306"/>
                        <a:pt x="79" y="306"/>
                      </a:cubicBezTo>
                      <a:cubicBezTo>
                        <a:pt x="79" y="235"/>
                        <a:pt x="79" y="235"/>
                        <a:pt x="79" y="235"/>
                      </a:cubicBezTo>
                      <a:cubicBezTo>
                        <a:pt x="82" y="238"/>
                        <a:pt x="85" y="240"/>
                        <a:pt x="90" y="242"/>
                      </a:cubicBezTo>
                      <a:cubicBezTo>
                        <a:pt x="91" y="242"/>
                        <a:pt x="93" y="242"/>
                        <a:pt x="95" y="242"/>
                      </a:cubicBezTo>
                      <a:cubicBezTo>
                        <a:pt x="102" y="242"/>
                        <a:pt x="108" y="239"/>
                        <a:pt x="113" y="236"/>
                      </a:cubicBezTo>
                      <a:cubicBezTo>
                        <a:pt x="116" y="235"/>
                        <a:pt x="120" y="233"/>
                        <a:pt x="122" y="233"/>
                      </a:cubicBezTo>
                      <a:cubicBezTo>
                        <a:pt x="123" y="233"/>
                        <a:pt x="128" y="235"/>
                        <a:pt x="130" y="236"/>
                      </a:cubicBezTo>
                      <a:cubicBezTo>
                        <a:pt x="137" y="240"/>
                        <a:pt x="145" y="244"/>
                        <a:pt x="154" y="242"/>
                      </a:cubicBezTo>
                      <a:cubicBezTo>
                        <a:pt x="158" y="240"/>
                        <a:pt x="161" y="238"/>
                        <a:pt x="164" y="235"/>
                      </a:cubicBezTo>
                      <a:cubicBezTo>
                        <a:pt x="164" y="306"/>
                        <a:pt x="164" y="306"/>
                        <a:pt x="164" y="306"/>
                      </a:cubicBezTo>
                      <a:lnTo>
                        <a:pt x="127" y="284"/>
                      </a:lnTo>
                      <a:close/>
                      <a:moveTo>
                        <a:pt x="213" y="154"/>
                      </a:moveTo>
                      <a:cubicBezTo>
                        <a:pt x="208" y="157"/>
                        <a:pt x="203" y="161"/>
                        <a:pt x="199" y="167"/>
                      </a:cubicBezTo>
                      <a:cubicBezTo>
                        <a:pt x="196" y="173"/>
                        <a:pt x="196" y="179"/>
                        <a:pt x="195" y="185"/>
                      </a:cubicBezTo>
                      <a:cubicBezTo>
                        <a:pt x="195" y="188"/>
                        <a:pt x="195" y="193"/>
                        <a:pt x="194" y="194"/>
                      </a:cubicBezTo>
                      <a:cubicBezTo>
                        <a:pt x="193" y="195"/>
                        <a:pt x="188" y="195"/>
                        <a:pt x="185" y="195"/>
                      </a:cubicBezTo>
                      <a:cubicBezTo>
                        <a:pt x="179" y="195"/>
                        <a:pt x="172" y="195"/>
                        <a:pt x="166" y="199"/>
                      </a:cubicBezTo>
                      <a:cubicBezTo>
                        <a:pt x="161" y="202"/>
                        <a:pt x="157" y="207"/>
                        <a:pt x="154" y="212"/>
                      </a:cubicBezTo>
                      <a:cubicBezTo>
                        <a:pt x="152" y="215"/>
                        <a:pt x="149" y="218"/>
                        <a:pt x="148" y="218"/>
                      </a:cubicBezTo>
                      <a:cubicBezTo>
                        <a:pt x="148" y="218"/>
                        <a:pt x="148" y="218"/>
                        <a:pt x="148" y="218"/>
                      </a:cubicBezTo>
                      <a:cubicBezTo>
                        <a:pt x="147" y="218"/>
                        <a:pt x="143" y="217"/>
                        <a:pt x="140" y="216"/>
                      </a:cubicBezTo>
                      <a:cubicBezTo>
                        <a:pt x="135" y="213"/>
                        <a:pt x="129" y="212"/>
                        <a:pt x="122" y="212"/>
                      </a:cubicBezTo>
                      <a:cubicBezTo>
                        <a:pt x="115" y="212"/>
                        <a:pt x="109" y="215"/>
                        <a:pt x="103" y="217"/>
                      </a:cubicBezTo>
                      <a:cubicBezTo>
                        <a:pt x="101" y="219"/>
                        <a:pt x="96" y="221"/>
                        <a:pt x="95" y="221"/>
                      </a:cubicBezTo>
                      <a:cubicBezTo>
                        <a:pt x="94" y="220"/>
                        <a:pt x="91" y="216"/>
                        <a:pt x="90" y="214"/>
                      </a:cubicBezTo>
                      <a:cubicBezTo>
                        <a:pt x="86" y="209"/>
                        <a:pt x="83" y="203"/>
                        <a:pt x="77" y="200"/>
                      </a:cubicBezTo>
                      <a:cubicBezTo>
                        <a:pt x="71" y="196"/>
                        <a:pt x="64" y="196"/>
                        <a:pt x="58" y="196"/>
                      </a:cubicBezTo>
                      <a:cubicBezTo>
                        <a:pt x="55" y="195"/>
                        <a:pt x="50" y="195"/>
                        <a:pt x="49" y="195"/>
                      </a:cubicBezTo>
                      <a:cubicBezTo>
                        <a:pt x="49" y="193"/>
                        <a:pt x="48" y="188"/>
                        <a:pt x="48" y="185"/>
                      </a:cubicBezTo>
                      <a:cubicBezTo>
                        <a:pt x="48" y="179"/>
                        <a:pt x="47" y="173"/>
                        <a:pt x="44" y="167"/>
                      </a:cubicBezTo>
                      <a:cubicBezTo>
                        <a:pt x="41" y="161"/>
                        <a:pt x="35" y="157"/>
                        <a:pt x="30" y="154"/>
                      </a:cubicBezTo>
                      <a:cubicBezTo>
                        <a:pt x="28" y="152"/>
                        <a:pt x="23" y="150"/>
                        <a:pt x="23" y="149"/>
                      </a:cubicBezTo>
                      <a:cubicBezTo>
                        <a:pt x="23" y="147"/>
                        <a:pt x="25" y="143"/>
                        <a:pt x="26" y="140"/>
                      </a:cubicBezTo>
                      <a:cubicBezTo>
                        <a:pt x="29" y="135"/>
                        <a:pt x="32" y="129"/>
                        <a:pt x="32" y="122"/>
                      </a:cubicBezTo>
                      <a:cubicBezTo>
                        <a:pt x="32" y="115"/>
                        <a:pt x="29" y="109"/>
                        <a:pt x="26" y="104"/>
                      </a:cubicBezTo>
                      <a:cubicBezTo>
                        <a:pt x="25" y="101"/>
                        <a:pt x="23" y="97"/>
                        <a:pt x="23" y="96"/>
                      </a:cubicBezTo>
                      <a:cubicBezTo>
                        <a:pt x="23" y="94"/>
                        <a:pt x="28" y="92"/>
                        <a:pt x="30" y="90"/>
                      </a:cubicBezTo>
                      <a:cubicBezTo>
                        <a:pt x="35" y="87"/>
                        <a:pt x="41" y="83"/>
                        <a:pt x="44" y="77"/>
                      </a:cubicBezTo>
                      <a:cubicBezTo>
                        <a:pt x="47" y="71"/>
                        <a:pt x="48" y="65"/>
                        <a:pt x="48" y="59"/>
                      </a:cubicBezTo>
                      <a:cubicBezTo>
                        <a:pt x="48" y="56"/>
                        <a:pt x="49" y="51"/>
                        <a:pt x="49" y="50"/>
                      </a:cubicBezTo>
                      <a:cubicBezTo>
                        <a:pt x="50" y="49"/>
                        <a:pt x="55" y="49"/>
                        <a:pt x="58" y="49"/>
                      </a:cubicBezTo>
                      <a:cubicBezTo>
                        <a:pt x="64" y="49"/>
                        <a:pt x="71" y="49"/>
                        <a:pt x="77" y="45"/>
                      </a:cubicBezTo>
                      <a:cubicBezTo>
                        <a:pt x="83" y="42"/>
                        <a:pt x="86" y="37"/>
                        <a:pt x="90" y="32"/>
                      </a:cubicBezTo>
                      <a:cubicBezTo>
                        <a:pt x="91" y="29"/>
                        <a:pt x="94" y="26"/>
                        <a:pt x="95" y="26"/>
                      </a:cubicBezTo>
                      <a:cubicBezTo>
                        <a:pt x="95" y="26"/>
                        <a:pt x="95" y="26"/>
                        <a:pt x="95" y="26"/>
                      </a:cubicBezTo>
                      <a:cubicBezTo>
                        <a:pt x="96" y="26"/>
                        <a:pt x="101" y="27"/>
                        <a:pt x="103" y="28"/>
                      </a:cubicBezTo>
                      <a:cubicBezTo>
                        <a:pt x="109" y="31"/>
                        <a:pt x="115" y="32"/>
                        <a:pt x="122" y="32"/>
                      </a:cubicBezTo>
                      <a:cubicBezTo>
                        <a:pt x="129" y="32"/>
                        <a:pt x="135" y="29"/>
                        <a:pt x="140" y="27"/>
                      </a:cubicBezTo>
                      <a:cubicBezTo>
                        <a:pt x="143" y="25"/>
                        <a:pt x="147" y="23"/>
                        <a:pt x="148" y="23"/>
                      </a:cubicBezTo>
                      <a:cubicBezTo>
                        <a:pt x="149" y="24"/>
                        <a:pt x="152" y="28"/>
                        <a:pt x="154" y="30"/>
                      </a:cubicBezTo>
                      <a:cubicBezTo>
                        <a:pt x="157" y="35"/>
                        <a:pt x="161" y="41"/>
                        <a:pt x="166" y="44"/>
                      </a:cubicBezTo>
                      <a:cubicBezTo>
                        <a:pt x="172" y="48"/>
                        <a:pt x="179" y="48"/>
                        <a:pt x="185" y="48"/>
                      </a:cubicBezTo>
                      <a:cubicBezTo>
                        <a:pt x="188" y="49"/>
                        <a:pt x="193" y="49"/>
                        <a:pt x="194" y="49"/>
                      </a:cubicBezTo>
                      <a:cubicBezTo>
                        <a:pt x="195" y="51"/>
                        <a:pt x="195" y="56"/>
                        <a:pt x="195" y="59"/>
                      </a:cubicBezTo>
                      <a:cubicBezTo>
                        <a:pt x="196" y="65"/>
                        <a:pt x="196" y="71"/>
                        <a:pt x="199" y="77"/>
                      </a:cubicBezTo>
                      <a:cubicBezTo>
                        <a:pt x="203" y="83"/>
                        <a:pt x="208" y="87"/>
                        <a:pt x="213" y="90"/>
                      </a:cubicBezTo>
                      <a:cubicBezTo>
                        <a:pt x="216" y="92"/>
                        <a:pt x="220" y="94"/>
                        <a:pt x="221" y="95"/>
                      </a:cubicBezTo>
                      <a:cubicBezTo>
                        <a:pt x="221" y="97"/>
                        <a:pt x="218" y="101"/>
                        <a:pt x="217" y="104"/>
                      </a:cubicBezTo>
                      <a:cubicBezTo>
                        <a:pt x="214" y="109"/>
                        <a:pt x="211" y="115"/>
                        <a:pt x="211" y="122"/>
                      </a:cubicBezTo>
                      <a:cubicBezTo>
                        <a:pt x="211" y="129"/>
                        <a:pt x="214" y="135"/>
                        <a:pt x="217" y="140"/>
                      </a:cubicBezTo>
                      <a:cubicBezTo>
                        <a:pt x="218" y="143"/>
                        <a:pt x="221" y="147"/>
                        <a:pt x="221" y="148"/>
                      </a:cubicBezTo>
                      <a:cubicBezTo>
                        <a:pt x="220" y="150"/>
                        <a:pt x="216" y="152"/>
                        <a:pt x="213" y="1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Freeform 678"/>
                <p:cNvSpPr>
                  <a:spLocks noEditPoints="1"/>
                </p:cNvSpPr>
                <p:nvPr/>
              </p:nvSpPr>
              <p:spPr bwMode="gray">
                <a:xfrm>
                  <a:off x="6717" y="2787"/>
                  <a:ext cx="71" cy="71"/>
                </a:xfrm>
                <a:custGeom>
                  <a:avLst/>
                  <a:gdLst>
                    <a:gd name="T0" fmla="*/ 54 w 107"/>
                    <a:gd name="T1" fmla="*/ 0 h 106"/>
                    <a:gd name="T2" fmla="*/ 0 w 107"/>
                    <a:gd name="T3" fmla="*/ 53 h 106"/>
                    <a:gd name="T4" fmla="*/ 54 w 107"/>
                    <a:gd name="T5" fmla="*/ 106 h 106"/>
                    <a:gd name="T6" fmla="*/ 107 w 107"/>
                    <a:gd name="T7" fmla="*/ 53 h 106"/>
                    <a:gd name="T8" fmla="*/ 54 w 107"/>
                    <a:gd name="T9" fmla="*/ 0 h 106"/>
                    <a:gd name="T10" fmla="*/ 54 w 107"/>
                    <a:gd name="T11" fmla="*/ 85 h 106"/>
                    <a:gd name="T12" fmla="*/ 22 w 107"/>
                    <a:gd name="T13" fmla="*/ 53 h 106"/>
                    <a:gd name="T14" fmla="*/ 54 w 107"/>
                    <a:gd name="T15" fmla="*/ 21 h 106"/>
                    <a:gd name="T16" fmla="*/ 86 w 107"/>
                    <a:gd name="T17" fmla="*/ 53 h 106"/>
                    <a:gd name="T18" fmla="*/ 54 w 107"/>
                    <a:gd name="T19" fmla="*/ 8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7" h="106">
                      <a:moveTo>
                        <a:pt x="54" y="0"/>
                      </a:moveTo>
                      <a:cubicBezTo>
                        <a:pt x="24" y="0"/>
                        <a:pt x="0" y="24"/>
                        <a:pt x="0" y="53"/>
                      </a:cubicBezTo>
                      <a:cubicBezTo>
                        <a:pt x="0" y="82"/>
                        <a:pt x="24" y="106"/>
                        <a:pt x="54" y="106"/>
                      </a:cubicBezTo>
                      <a:cubicBezTo>
                        <a:pt x="83" y="106"/>
                        <a:pt x="107" y="82"/>
                        <a:pt x="107" y="53"/>
                      </a:cubicBezTo>
                      <a:cubicBezTo>
                        <a:pt x="107" y="24"/>
                        <a:pt x="83" y="0"/>
                        <a:pt x="54" y="0"/>
                      </a:cubicBezTo>
                      <a:close/>
                      <a:moveTo>
                        <a:pt x="54" y="85"/>
                      </a:moveTo>
                      <a:cubicBezTo>
                        <a:pt x="36" y="85"/>
                        <a:pt x="22" y="71"/>
                        <a:pt x="22" y="53"/>
                      </a:cubicBezTo>
                      <a:cubicBezTo>
                        <a:pt x="22" y="35"/>
                        <a:pt x="36" y="21"/>
                        <a:pt x="54" y="21"/>
                      </a:cubicBezTo>
                      <a:cubicBezTo>
                        <a:pt x="71" y="21"/>
                        <a:pt x="86" y="35"/>
                        <a:pt x="86" y="53"/>
                      </a:cubicBezTo>
                      <a:cubicBezTo>
                        <a:pt x="86" y="71"/>
                        <a:pt x="71" y="85"/>
                        <a:pt x="54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22" name="TextBox 21"/>
              <p:cNvSpPr txBox="1"/>
              <p:nvPr userDrawn="1"/>
            </p:nvSpPr>
            <p:spPr>
              <a:xfrm>
                <a:off x="6337815" y="3170542"/>
                <a:ext cx="532872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indent="0">
                  <a:spcBef>
                    <a:spcPts val="600"/>
                  </a:spcBef>
                  <a:buSzPct val="100000"/>
                  <a:buFont typeface="Arial"/>
                  <a:buNone/>
                </a:pPr>
                <a:r>
                  <a:rPr lang="en-US" sz="12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Relevant experience</a:t>
                </a:r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5913061" y="5706569"/>
            <a:ext cx="5890679" cy="367041"/>
            <a:chOff x="5913061" y="5560265"/>
            <a:chExt cx="5890679" cy="367041"/>
          </a:xfrm>
        </p:grpSpPr>
        <p:grpSp>
          <p:nvGrpSpPr>
            <p:cNvPr id="27" name="Group 192"/>
            <p:cNvGrpSpPr>
              <a:grpSpLocks noChangeAspect="1"/>
            </p:cNvGrpSpPr>
            <p:nvPr userDrawn="1"/>
          </p:nvGrpSpPr>
          <p:grpSpPr bwMode="gray">
            <a:xfrm>
              <a:off x="5913061" y="5560265"/>
              <a:ext cx="367041" cy="367041"/>
              <a:chOff x="378" y="713"/>
              <a:chExt cx="340" cy="340"/>
            </a:xfrm>
            <a:solidFill>
              <a:schemeClr val="accent1"/>
            </a:solidFill>
          </p:grpSpPr>
          <p:sp>
            <p:nvSpPr>
              <p:cNvPr id="30" name="Freeform 193"/>
              <p:cNvSpPr>
                <a:spLocks noEditPoints="1"/>
              </p:cNvSpPr>
              <p:nvPr/>
            </p:nvSpPr>
            <p:spPr bwMode="gray">
              <a:xfrm>
                <a:off x="378" y="713"/>
                <a:ext cx="340" cy="340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" name="Freeform 194"/>
              <p:cNvSpPr>
                <a:spLocks noEditPoints="1"/>
              </p:cNvSpPr>
              <p:nvPr/>
            </p:nvSpPr>
            <p:spPr bwMode="gray">
              <a:xfrm>
                <a:off x="442" y="812"/>
                <a:ext cx="212" cy="157"/>
              </a:xfrm>
              <a:custGeom>
                <a:avLst/>
                <a:gdLst>
                  <a:gd name="T0" fmla="*/ 309 w 320"/>
                  <a:gd name="T1" fmla="*/ 21 h 236"/>
                  <a:gd name="T2" fmla="*/ 309 w 320"/>
                  <a:gd name="T3" fmla="*/ 0 h 236"/>
                  <a:gd name="T4" fmla="*/ 288 w 320"/>
                  <a:gd name="T5" fmla="*/ 11 h 236"/>
                  <a:gd name="T6" fmla="*/ 247 w 320"/>
                  <a:gd name="T7" fmla="*/ 32 h 236"/>
                  <a:gd name="T8" fmla="*/ 165 w 320"/>
                  <a:gd name="T9" fmla="*/ 12 h 236"/>
                  <a:gd name="T10" fmla="*/ 128 w 320"/>
                  <a:gd name="T11" fmla="*/ 32 h 236"/>
                  <a:gd name="T12" fmla="*/ 32 w 320"/>
                  <a:gd name="T13" fmla="*/ 11 h 236"/>
                  <a:gd name="T14" fmla="*/ 10 w 320"/>
                  <a:gd name="T15" fmla="*/ 0 h 236"/>
                  <a:gd name="T16" fmla="*/ 10 w 320"/>
                  <a:gd name="T17" fmla="*/ 21 h 236"/>
                  <a:gd name="T18" fmla="*/ 0 w 320"/>
                  <a:gd name="T19" fmla="*/ 181 h 236"/>
                  <a:gd name="T20" fmla="*/ 21 w 320"/>
                  <a:gd name="T21" fmla="*/ 192 h 236"/>
                  <a:gd name="T22" fmla="*/ 32 w 320"/>
                  <a:gd name="T23" fmla="*/ 171 h 236"/>
                  <a:gd name="T24" fmla="*/ 76 w 320"/>
                  <a:gd name="T25" fmla="*/ 219 h 236"/>
                  <a:gd name="T26" fmla="*/ 121 w 320"/>
                  <a:gd name="T27" fmla="*/ 232 h 236"/>
                  <a:gd name="T28" fmla="*/ 154 w 320"/>
                  <a:gd name="T29" fmla="*/ 235 h 236"/>
                  <a:gd name="T30" fmla="*/ 181 w 320"/>
                  <a:gd name="T31" fmla="*/ 221 h 236"/>
                  <a:gd name="T32" fmla="*/ 222 w 320"/>
                  <a:gd name="T33" fmla="*/ 227 h 236"/>
                  <a:gd name="T34" fmla="*/ 242 w 320"/>
                  <a:gd name="T35" fmla="*/ 210 h 236"/>
                  <a:gd name="T36" fmla="*/ 275 w 320"/>
                  <a:gd name="T37" fmla="*/ 185 h 236"/>
                  <a:gd name="T38" fmla="*/ 288 w 320"/>
                  <a:gd name="T39" fmla="*/ 171 h 236"/>
                  <a:gd name="T40" fmla="*/ 298 w 320"/>
                  <a:gd name="T41" fmla="*/ 192 h 236"/>
                  <a:gd name="T42" fmla="*/ 320 w 320"/>
                  <a:gd name="T43" fmla="*/ 181 h 236"/>
                  <a:gd name="T44" fmla="*/ 254 w 320"/>
                  <a:gd name="T45" fmla="*/ 179 h 236"/>
                  <a:gd name="T46" fmla="*/ 239 w 320"/>
                  <a:gd name="T47" fmla="*/ 188 h 236"/>
                  <a:gd name="T48" fmla="*/ 232 w 320"/>
                  <a:gd name="T49" fmla="*/ 183 h 236"/>
                  <a:gd name="T50" fmla="*/ 198 w 320"/>
                  <a:gd name="T51" fmla="*/ 125 h 236"/>
                  <a:gd name="T52" fmla="*/ 179 w 320"/>
                  <a:gd name="T53" fmla="*/ 135 h 236"/>
                  <a:gd name="T54" fmla="*/ 214 w 320"/>
                  <a:gd name="T55" fmla="*/ 194 h 236"/>
                  <a:gd name="T56" fmla="*/ 194 w 320"/>
                  <a:gd name="T57" fmla="*/ 204 h 236"/>
                  <a:gd name="T58" fmla="*/ 147 w 320"/>
                  <a:gd name="T59" fmla="*/ 147 h 236"/>
                  <a:gd name="T60" fmla="*/ 164 w 320"/>
                  <a:gd name="T61" fmla="*/ 196 h 236"/>
                  <a:gd name="T62" fmla="*/ 160 w 320"/>
                  <a:gd name="T63" fmla="*/ 212 h 236"/>
                  <a:gd name="T64" fmla="*/ 143 w 320"/>
                  <a:gd name="T65" fmla="*/ 208 h 236"/>
                  <a:gd name="T66" fmla="*/ 132 w 320"/>
                  <a:gd name="T67" fmla="*/ 188 h 236"/>
                  <a:gd name="T68" fmla="*/ 124 w 320"/>
                  <a:gd name="T69" fmla="*/ 176 h 236"/>
                  <a:gd name="T70" fmla="*/ 106 w 320"/>
                  <a:gd name="T71" fmla="*/ 188 h 236"/>
                  <a:gd name="T72" fmla="*/ 111 w 320"/>
                  <a:gd name="T73" fmla="*/ 214 h 236"/>
                  <a:gd name="T74" fmla="*/ 62 w 320"/>
                  <a:gd name="T75" fmla="*/ 155 h 236"/>
                  <a:gd name="T76" fmla="*/ 32 w 320"/>
                  <a:gd name="T77" fmla="*/ 149 h 236"/>
                  <a:gd name="T78" fmla="*/ 88 w 320"/>
                  <a:gd name="T79" fmla="*/ 53 h 236"/>
                  <a:gd name="T80" fmla="*/ 64 w 320"/>
                  <a:gd name="T81" fmla="*/ 85 h 236"/>
                  <a:gd name="T82" fmla="*/ 97 w 320"/>
                  <a:gd name="T83" fmla="*/ 117 h 236"/>
                  <a:gd name="T84" fmla="*/ 253 w 320"/>
                  <a:gd name="T85" fmla="*/ 170 h 236"/>
                  <a:gd name="T86" fmla="*/ 288 w 320"/>
                  <a:gd name="T87" fmla="*/ 149 h 236"/>
                  <a:gd name="T88" fmla="*/ 265 w 320"/>
                  <a:gd name="T89" fmla="*/ 150 h 236"/>
                  <a:gd name="T90" fmla="*/ 215 w 320"/>
                  <a:gd name="T91" fmla="*/ 76 h 236"/>
                  <a:gd name="T92" fmla="*/ 88 w 320"/>
                  <a:gd name="T93" fmla="*/ 95 h 236"/>
                  <a:gd name="T94" fmla="*/ 90 w 320"/>
                  <a:gd name="T95" fmla="*/ 77 h 236"/>
                  <a:gd name="T96" fmla="*/ 242 w 320"/>
                  <a:gd name="T97" fmla="*/ 53 h 236"/>
                  <a:gd name="T98" fmla="*/ 288 w 320"/>
                  <a:gd name="T99" fmla="*/ 53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20" h="236">
                    <a:moveTo>
                      <a:pt x="309" y="171"/>
                    </a:moveTo>
                    <a:cubicBezTo>
                      <a:pt x="309" y="21"/>
                      <a:pt x="309" y="21"/>
                      <a:pt x="309" y="21"/>
                    </a:cubicBezTo>
                    <a:cubicBezTo>
                      <a:pt x="315" y="21"/>
                      <a:pt x="320" y="17"/>
                      <a:pt x="320" y="11"/>
                    </a:cubicBezTo>
                    <a:cubicBezTo>
                      <a:pt x="320" y="5"/>
                      <a:pt x="315" y="0"/>
                      <a:pt x="309" y="0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292" y="0"/>
                      <a:pt x="288" y="5"/>
                      <a:pt x="288" y="11"/>
                    </a:cubicBezTo>
                    <a:cubicBezTo>
                      <a:pt x="288" y="32"/>
                      <a:pt x="288" y="32"/>
                      <a:pt x="288" y="32"/>
                    </a:cubicBezTo>
                    <a:cubicBezTo>
                      <a:pt x="247" y="32"/>
                      <a:pt x="247" y="32"/>
                      <a:pt x="247" y="32"/>
                    </a:cubicBezTo>
                    <a:cubicBezTo>
                      <a:pt x="173" y="11"/>
                      <a:pt x="173" y="11"/>
                      <a:pt x="173" y="11"/>
                    </a:cubicBezTo>
                    <a:cubicBezTo>
                      <a:pt x="171" y="10"/>
                      <a:pt x="168" y="11"/>
                      <a:pt x="165" y="12"/>
                    </a:cubicBezTo>
                    <a:cubicBezTo>
                      <a:pt x="128" y="32"/>
                      <a:pt x="128" y="32"/>
                      <a:pt x="128" y="32"/>
                    </a:cubicBezTo>
                    <a:cubicBezTo>
                      <a:pt x="128" y="32"/>
                      <a:pt x="128" y="32"/>
                      <a:pt x="128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5"/>
                      <a:pt x="27" y="0"/>
                      <a:pt x="2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0" y="17"/>
                      <a:pt x="4" y="21"/>
                      <a:pt x="10" y="21"/>
                    </a:cubicBezTo>
                    <a:cubicBezTo>
                      <a:pt x="10" y="171"/>
                      <a:pt x="10" y="171"/>
                      <a:pt x="10" y="171"/>
                    </a:cubicBezTo>
                    <a:cubicBezTo>
                      <a:pt x="4" y="171"/>
                      <a:pt x="0" y="175"/>
                      <a:pt x="0" y="181"/>
                    </a:cubicBezTo>
                    <a:cubicBezTo>
                      <a:pt x="0" y="187"/>
                      <a:pt x="4" y="192"/>
                      <a:pt x="10" y="192"/>
                    </a:cubicBezTo>
                    <a:cubicBezTo>
                      <a:pt x="21" y="192"/>
                      <a:pt x="21" y="192"/>
                      <a:pt x="21" y="192"/>
                    </a:cubicBezTo>
                    <a:cubicBezTo>
                      <a:pt x="27" y="192"/>
                      <a:pt x="32" y="187"/>
                      <a:pt x="32" y="181"/>
                    </a:cubicBezTo>
                    <a:cubicBezTo>
                      <a:pt x="32" y="171"/>
                      <a:pt x="32" y="171"/>
                      <a:pt x="32" y="171"/>
                    </a:cubicBezTo>
                    <a:cubicBezTo>
                      <a:pt x="47" y="171"/>
                      <a:pt x="47" y="171"/>
                      <a:pt x="47" y="171"/>
                    </a:cubicBezTo>
                    <a:cubicBezTo>
                      <a:pt x="76" y="219"/>
                      <a:pt x="76" y="219"/>
                      <a:pt x="76" y="219"/>
                    </a:cubicBezTo>
                    <a:cubicBezTo>
                      <a:pt x="82" y="230"/>
                      <a:pt x="94" y="236"/>
                      <a:pt x="106" y="236"/>
                    </a:cubicBezTo>
                    <a:cubicBezTo>
                      <a:pt x="111" y="236"/>
                      <a:pt x="116" y="235"/>
                      <a:pt x="121" y="232"/>
                    </a:cubicBezTo>
                    <a:cubicBezTo>
                      <a:pt x="125" y="230"/>
                      <a:pt x="128" y="227"/>
                      <a:pt x="130" y="225"/>
                    </a:cubicBezTo>
                    <a:cubicBezTo>
                      <a:pt x="136" y="231"/>
                      <a:pt x="145" y="235"/>
                      <a:pt x="154" y="235"/>
                    </a:cubicBezTo>
                    <a:cubicBezTo>
                      <a:pt x="160" y="235"/>
                      <a:pt x="165" y="233"/>
                      <a:pt x="171" y="230"/>
                    </a:cubicBezTo>
                    <a:cubicBezTo>
                      <a:pt x="175" y="228"/>
                      <a:pt x="178" y="225"/>
                      <a:pt x="181" y="221"/>
                    </a:cubicBezTo>
                    <a:cubicBezTo>
                      <a:pt x="187" y="228"/>
                      <a:pt x="196" y="232"/>
                      <a:pt x="205" y="232"/>
                    </a:cubicBezTo>
                    <a:cubicBezTo>
                      <a:pt x="211" y="232"/>
                      <a:pt x="217" y="231"/>
                      <a:pt x="222" y="227"/>
                    </a:cubicBezTo>
                    <a:cubicBezTo>
                      <a:pt x="229" y="223"/>
                      <a:pt x="234" y="216"/>
                      <a:pt x="236" y="209"/>
                    </a:cubicBezTo>
                    <a:cubicBezTo>
                      <a:pt x="238" y="209"/>
                      <a:pt x="240" y="210"/>
                      <a:pt x="242" y="210"/>
                    </a:cubicBezTo>
                    <a:cubicBezTo>
                      <a:pt x="248" y="210"/>
                      <a:pt x="254" y="208"/>
                      <a:pt x="259" y="205"/>
                    </a:cubicBezTo>
                    <a:cubicBezTo>
                      <a:pt x="267" y="201"/>
                      <a:pt x="272" y="193"/>
                      <a:pt x="275" y="185"/>
                    </a:cubicBezTo>
                    <a:cubicBezTo>
                      <a:pt x="276" y="180"/>
                      <a:pt x="276" y="175"/>
                      <a:pt x="275" y="171"/>
                    </a:cubicBezTo>
                    <a:cubicBezTo>
                      <a:pt x="288" y="171"/>
                      <a:pt x="288" y="171"/>
                      <a:pt x="288" y="171"/>
                    </a:cubicBezTo>
                    <a:cubicBezTo>
                      <a:pt x="288" y="181"/>
                      <a:pt x="288" y="181"/>
                      <a:pt x="288" y="181"/>
                    </a:cubicBezTo>
                    <a:cubicBezTo>
                      <a:pt x="288" y="187"/>
                      <a:pt x="292" y="192"/>
                      <a:pt x="298" y="192"/>
                    </a:cubicBezTo>
                    <a:cubicBezTo>
                      <a:pt x="309" y="192"/>
                      <a:pt x="309" y="192"/>
                      <a:pt x="309" y="192"/>
                    </a:cubicBezTo>
                    <a:cubicBezTo>
                      <a:pt x="315" y="192"/>
                      <a:pt x="320" y="187"/>
                      <a:pt x="320" y="181"/>
                    </a:cubicBezTo>
                    <a:cubicBezTo>
                      <a:pt x="320" y="175"/>
                      <a:pt x="315" y="171"/>
                      <a:pt x="309" y="171"/>
                    </a:cubicBezTo>
                    <a:close/>
                    <a:moveTo>
                      <a:pt x="254" y="179"/>
                    </a:moveTo>
                    <a:cubicBezTo>
                      <a:pt x="253" y="183"/>
                      <a:pt x="251" y="185"/>
                      <a:pt x="248" y="187"/>
                    </a:cubicBezTo>
                    <a:cubicBezTo>
                      <a:pt x="246" y="188"/>
                      <a:pt x="242" y="189"/>
                      <a:pt x="239" y="188"/>
                    </a:cubicBezTo>
                    <a:cubicBezTo>
                      <a:pt x="236" y="187"/>
                      <a:pt x="234" y="185"/>
                      <a:pt x="232" y="183"/>
                    </a:cubicBezTo>
                    <a:cubicBezTo>
                      <a:pt x="232" y="183"/>
                      <a:pt x="232" y="183"/>
                      <a:pt x="232" y="183"/>
                    </a:cubicBezTo>
                    <a:cubicBezTo>
                      <a:pt x="232" y="183"/>
                      <a:pt x="232" y="183"/>
                      <a:pt x="232" y="182"/>
                    </a:cubicBezTo>
                    <a:cubicBezTo>
                      <a:pt x="198" y="125"/>
                      <a:pt x="198" y="125"/>
                      <a:pt x="198" y="125"/>
                    </a:cubicBezTo>
                    <a:cubicBezTo>
                      <a:pt x="195" y="119"/>
                      <a:pt x="188" y="118"/>
                      <a:pt x="183" y="121"/>
                    </a:cubicBezTo>
                    <a:cubicBezTo>
                      <a:pt x="178" y="124"/>
                      <a:pt x="176" y="130"/>
                      <a:pt x="179" y="135"/>
                    </a:cubicBezTo>
                    <a:cubicBezTo>
                      <a:pt x="214" y="194"/>
                      <a:pt x="214" y="194"/>
                      <a:pt x="214" y="194"/>
                    </a:cubicBezTo>
                    <a:cubicBezTo>
                      <a:pt x="214" y="194"/>
                      <a:pt x="214" y="194"/>
                      <a:pt x="214" y="194"/>
                    </a:cubicBezTo>
                    <a:cubicBezTo>
                      <a:pt x="217" y="199"/>
                      <a:pt x="217" y="206"/>
                      <a:pt x="211" y="209"/>
                    </a:cubicBezTo>
                    <a:cubicBezTo>
                      <a:pt x="205" y="212"/>
                      <a:pt x="198" y="210"/>
                      <a:pt x="194" y="204"/>
                    </a:cubicBezTo>
                    <a:cubicBezTo>
                      <a:pt x="162" y="151"/>
                      <a:pt x="162" y="151"/>
                      <a:pt x="162" y="151"/>
                    </a:cubicBezTo>
                    <a:cubicBezTo>
                      <a:pt x="159" y="146"/>
                      <a:pt x="153" y="144"/>
                      <a:pt x="147" y="147"/>
                    </a:cubicBezTo>
                    <a:cubicBezTo>
                      <a:pt x="142" y="150"/>
                      <a:pt x="141" y="157"/>
                      <a:pt x="144" y="162"/>
                    </a:cubicBezTo>
                    <a:cubicBezTo>
                      <a:pt x="164" y="196"/>
                      <a:pt x="164" y="196"/>
                      <a:pt x="164" y="196"/>
                    </a:cubicBezTo>
                    <a:cubicBezTo>
                      <a:pt x="166" y="198"/>
                      <a:pt x="166" y="201"/>
                      <a:pt x="165" y="204"/>
                    </a:cubicBezTo>
                    <a:cubicBezTo>
                      <a:pt x="165" y="207"/>
                      <a:pt x="163" y="210"/>
                      <a:pt x="160" y="212"/>
                    </a:cubicBezTo>
                    <a:cubicBezTo>
                      <a:pt x="154" y="215"/>
                      <a:pt x="147" y="213"/>
                      <a:pt x="143" y="208"/>
                    </a:cubicBezTo>
                    <a:cubicBezTo>
                      <a:pt x="143" y="208"/>
                      <a:pt x="143" y="208"/>
                      <a:pt x="143" y="208"/>
                    </a:cubicBezTo>
                    <a:cubicBezTo>
                      <a:pt x="132" y="188"/>
                      <a:pt x="132" y="188"/>
                      <a:pt x="132" y="188"/>
                    </a:cubicBezTo>
                    <a:cubicBezTo>
                      <a:pt x="132" y="188"/>
                      <a:pt x="132" y="188"/>
                      <a:pt x="132" y="188"/>
                    </a:cubicBezTo>
                    <a:cubicBezTo>
                      <a:pt x="132" y="188"/>
                      <a:pt x="132" y="188"/>
                      <a:pt x="132" y="188"/>
                    </a:cubicBezTo>
                    <a:cubicBezTo>
                      <a:pt x="124" y="176"/>
                      <a:pt x="124" y="176"/>
                      <a:pt x="124" y="176"/>
                    </a:cubicBezTo>
                    <a:cubicBezTo>
                      <a:pt x="121" y="171"/>
                      <a:pt x="114" y="170"/>
                      <a:pt x="110" y="173"/>
                    </a:cubicBezTo>
                    <a:cubicBezTo>
                      <a:pt x="105" y="176"/>
                      <a:pt x="103" y="183"/>
                      <a:pt x="106" y="188"/>
                    </a:cubicBezTo>
                    <a:cubicBezTo>
                      <a:pt x="114" y="199"/>
                      <a:pt x="114" y="199"/>
                      <a:pt x="114" y="199"/>
                    </a:cubicBezTo>
                    <a:cubicBezTo>
                      <a:pt x="115" y="201"/>
                      <a:pt x="118" y="209"/>
                      <a:pt x="111" y="214"/>
                    </a:cubicBezTo>
                    <a:cubicBezTo>
                      <a:pt x="105" y="217"/>
                      <a:pt x="97" y="213"/>
                      <a:pt x="94" y="208"/>
                    </a:cubicBezTo>
                    <a:cubicBezTo>
                      <a:pt x="62" y="155"/>
                      <a:pt x="62" y="155"/>
                      <a:pt x="62" y="155"/>
                    </a:cubicBezTo>
                    <a:cubicBezTo>
                      <a:pt x="60" y="151"/>
                      <a:pt x="57" y="149"/>
                      <a:pt x="53" y="149"/>
                    </a:cubicBezTo>
                    <a:cubicBezTo>
                      <a:pt x="32" y="149"/>
                      <a:pt x="32" y="149"/>
                      <a:pt x="32" y="149"/>
                    </a:cubicBezTo>
                    <a:cubicBezTo>
                      <a:pt x="32" y="53"/>
                      <a:pt x="32" y="53"/>
                      <a:pt x="32" y="53"/>
                    </a:cubicBezTo>
                    <a:cubicBezTo>
                      <a:pt x="88" y="53"/>
                      <a:pt x="88" y="53"/>
                      <a:pt x="88" y="53"/>
                    </a:cubicBezTo>
                    <a:cubicBezTo>
                      <a:pt x="80" y="58"/>
                      <a:pt x="80" y="58"/>
                      <a:pt x="80" y="58"/>
                    </a:cubicBezTo>
                    <a:cubicBezTo>
                      <a:pt x="70" y="64"/>
                      <a:pt x="64" y="74"/>
                      <a:pt x="64" y="85"/>
                    </a:cubicBezTo>
                    <a:cubicBezTo>
                      <a:pt x="64" y="95"/>
                      <a:pt x="68" y="105"/>
                      <a:pt x="74" y="111"/>
                    </a:cubicBezTo>
                    <a:cubicBezTo>
                      <a:pt x="81" y="116"/>
                      <a:pt x="89" y="118"/>
                      <a:pt x="97" y="117"/>
                    </a:cubicBezTo>
                    <a:cubicBezTo>
                      <a:pt x="211" y="98"/>
                      <a:pt x="211" y="98"/>
                      <a:pt x="211" y="98"/>
                    </a:cubicBezTo>
                    <a:cubicBezTo>
                      <a:pt x="253" y="170"/>
                      <a:pt x="253" y="170"/>
                      <a:pt x="253" y="170"/>
                    </a:cubicBezTo>
                    <a:cubicBezTo>
                      <a:pt x="254" y="173"/>
                      <a:pt x="255" y="176"/>
                      <a:pt x="254" y="179"/>
                    </a:cubicBezTo>
                    <a:close/>
                    <a:moveTo>
                      <a:pt x="288" y="149"/>
                    </a:moveTo>
                    <a:cubicBezTo>
                      <a:pt x="266" y="149"/>
                      <a:pt x="266" y="149"/>
                      <a:pt x="266" y="149"/>
                    </a:cubicBezTo>
                    <a:cubicBezTo>
                      <a:pt x="266" y="149"/>
                      <a:pt x="266" y="150"/>
                      <a:pt x="265" y="150"/>
                    </a:cubicBezTo>
                    <a:cubicBezTo>
                      <a:pt x="226" y="81"/>
                      <a:pt x="226" y="81"/>
                      <a:pt x="226" y="81"/>
                    </a:cubicBezTo>
                    <a:cubicBezTo>
                      <a:pt x="224" y="77"/>
                      <a:pt x="220" y="75"/>
                      <a:pt x="215" y="76"/>
                    </a:cubicBezTo>
                    <a:cubicBezTo>
                      <a:pt x="94" y="96"/>
                      <a:pt x="94" y="96"/>
                      <a:pt x="94" y="96"/>
                    </a:cubicBezTo>
                    <a:cubicBezTo>
                      <a:pt x="91" y="97"/>
                      <a:pt x="89" y="96"/>
                      <a:pt x="88" y="95"/>
                    </a:cubicBezTo>
                    <a:cubicBezTo>
                      <a:pt x="86" y="93"/>
                      <a:pt x="85" y="89"/>
                      <a:pt x="85" y="85"/>
                    </a:cubicBezTo>
                    <a:cubicBezTo>
                      <a:pt x="85" y="80"/>
                      <a:pt x="88" y="78"/>
                      <a:pt x="90" y="77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242" y="53"/>
                      <a:pt x="242" y="53"/>
                      <a:pt x="242" y="53"/>
                    </a:cubicBezTo>
                    <a:cubicBezTo>
                      <a:pt x="243" y="53"/>
                      <a:pt x="244" y="53"/>
                      <a:pt x="245" y="53"/>
                    </a:cubicBezTo>
                    <a:cubicBezTo>
                      <a:pt x="288" y="53"/>
                      <a:pt x="288" y="53"/>
                      <a:pt x="288" y="53"/>
                    </a:cubicBezTo>
                    <a:lnTo>
                      <a:pt x="288" y="1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cxnSp>
          <p:nvCxnSpPr>
            <p:cNvPr id="28" name="Straight Connector 27"/>
            <p:cNvCxnSpPr/>
            <p:nvPr userDrawn="1"/>
          </p:nvCxnSpPr>
          <p:spPr>
            <a:xfrm>
              <a:off x="6337448" y="5852230"/>
              <a:ext cx="5364000" cy="0"/>
            </a:xfrm>
            <a:prstGeom prst="line">
              <a:avLst/>
            </a:prstGeom>
            <a:ln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 userDrawn="1"/>
          </p:nvSpPr>
          <p:spPr>
            <a:xfrm>
              <a:off x="6337813" y="5651452"/>
              <a:ext cx="5465927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>
                <a:spcBef>
                  <a:spcPts val="600"/>
                </a:spcBef>
                <a:buSzPct val="100000"/>
                <a:buFont typeface="Arial"/>
                <a:buNone/>
              </a:pPr>
              <a:r>
                <a:rPr lang="en-US" sz="1200" b="1">
                  <a:latin typeface="Calibri" panose="020F0502020204030204" pitchFamily="34" charset="0"/>
                  <a:cs typeface="Calibri" panose="020F0502020204030204" pitchFamily="34" charset="0"/>
                </a:rPr>
                <a:t>Selected</a:t>
              </a:r>
              <a:r>
                <a:rPr lang="en-US" sz="1200" b="1" baseline="0">
                  <a:latin typeface="Calibri" panose="020F0502020204030204" pitchFamily="34" charset="0"/>
                  <a:cs typeface="Calibri" panose="020F0502020204030204" pitchFamily="34" charset="0"/>
                </a:rPr>
                <a:t> Clients</a:t>
              </a:r>
              <a:endParaRPr lang="en-US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911051" y="1584000"/>
            <a:ext cx="5893541" cy="369021"/>
            <a:chOff x="5911051" y="1613249"/>
            <a:chExt cx="5893541" cy="369021"/>
          </a:xfrm>
        </p:grpSpPr>
        <p:cxnSp>
          <p:nvCxnSpPr>
            <p:cNvPr id="33" name="Straight Connector 32"/>
            <p:cNvCxnSpPr/>
            <p:nvPr userDrawn="1"/>
          </p:nvCxnSpPr>
          <p:spPr>
            <a:xfrm>
              <a:off x="6335918" y="1906203"/>
              <a:ext cx="5364000" cy="0"/>
            </a:xfrm>
            <a:prstGeom prst="line">
              <a:avLst/>
            </a:prstGeom>
            <a:ln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 userDrawn="1"/>
          </p:nvSpPr>
          <p:spPr>
            <a:xfrm>
              <a:off x="6337814" y="1705426"/>
              <a:ext cx="5466778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>
                <a:spcBef>
                  <a:spcPts val="600"/>
                </a:spcBef>
                <a:buSzPct val="100000"/>
                <a:buFont typeface="Arial"/>
                <a:buNone/>
              </a:pPr>
              <a:r>
                <a:rPr lang="en-US" sz="1200" b="1" noProof="0">
                  <a:latin typeface="Calibri" panose="020F0502020204030204" pitchFamily="34" charset="0"/>
                  <a:cs typeface="Calibri" panose="020F0502020204030204" pitchFamily="34" charset="0"/>
                </a:rPr>
                <a:t>Summary of professional experience</a:t>
              </a:r>
              <a:endParaRPr lang="en-US" sz="1200" b="1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5" name="Group 555"/>
            <p:cNvGrpSpPr>
              <a:grpSpLocks noChangeAspect="1"/>
            </p:cNvGrpSpPr>
            <p:nvPr userDrawn="1"/>
          </p:nvGrpSpPr>
          <p:grpSpPr bwMode="gray">
            <a:xfrm>
              <a:off x="5911051" y="1613249"/>
              <a:ext cx="370106" cy="369021"/>
              <a:chOff x="1130" y="1948"/>
              <a:chExt cx="341" cy="340"/>
            </a:xfrm>
            <a:solidFill>
              <a:schemeClr val="accent1"/>
            </a:solidFill>
          </p:grpSpPr>
          <p:sp>
            <p:nvSpPr>
              <p:cNvPr id="36" name="Freeform 556"/>
              <p:cNvSpPr>
                <a:spLocks noEditPoints="1"/>
              </p:cNvSpPr>
              <p:nvPr/>
            </p:nvSpPr>
            <p:spPr bwMode="gray">
              <a:xfrm>
                <a:off x="1130" y="1948"/>
                <a:ext cx="341" cy="340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" name="Freeform 557"/>
              <p:cNvSpPr>
                <a:spLocks/>
              </p:cNvSpPr>
              <p:nvPr/>
            </p:nvSpPr>
            <p:spPr bwMode="gray">
              <a:xfrm>
                <a:off x="1322" y="2068"/>
                <a:ext cx="85" cy="14"/>
              </a:xfrm>
              <a:custGeom>
                <a:avLst/>
                <a:gdLst>
                  <a:gd name="T0" fmla="*/ 10 w 128"/>
                  <a:gd name="T1" fmla="*/ 21 h 21"/>
                  <a:gd name="T2" fmla="*/ 117 w 128"/>
                  <a:gd name="T3" fmla="*/ 21 h 21"/>
                  <a:gd name="T4" fmla="*/ 128 w 128"/>
                  <a:gd name="T5" fmla="*/ 11 h 21"/>
                  <a:gd name="T6" fmla="*/ 117 w 128"/>
                  <a:gd name="T7" fmla="*/ 0 h 21"/>
                  <a:gd name="T8" fmla="*/ 10 w 128"/>
                  <a:gd name="T9" fmla="*/ 0 h 21"/>
                  <a:gd name="T10" fmla="*/ 0 w 128"/>
                  <a:gd name="T11" fmla="*/ 11 h 21"/>
                  <a:gd name="T12" fmla="*/ 10 w 128"/>
                  <a:gd name="T13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21">
                    <a:moveTo>
                      <a:pt x="10" y="21"/>
                    </a:moveTo>
                    <a:cubicBezTo>
                      <a:pt x="117" y="21"/>
                      <a:pt x="117" y="21"/>
                      <a:pt x="117" y="21"/>
                    </a:cubicBezTo>
                    <a:cubicBezTo>
                      <a:pt x="123" y="21"/>
                      <a:pt x="128" y="17"/>
                      <a:pt x="128" y="11"/>
                    </a:cubicBezTo>
                    <a:cubicBezTo>
                      <a:pt x="128" y="5"/>
                      <a:pt x="123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0" y="17"/>
                      <a:pt x="4" y="21"/>
                      <a:pt x="10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" name="Freeform 558"/>
              <p:cNvSpPr>
                <a:spLocks/>
              </p:cNvSpPr>
              <p:nvPr/>
            </p:nvSpPr>
            <p:spPr bwMode="gray">
              <a:xfrm>
                <a:off x="1322" y="2097"/>
                <a:ext cx="85" cy="14"/>
              </a:xfrm>
              <a:custGeom>
                <a:avLst/>
                <a:gdLst>
                  <a:gd name="T0" fmla="*/ 117 w 128"/>
                  <a:gd name="T1" fmla="*/ 0 h 21"/>
                  <a:gd name="T2" fmla="*/ 10 w 128"/>
                  <a:gd name="T3" fmla="*/ 0 h 21"/>
                  <a:gd name="T4" fmla="*/ 0 w 128"/>
                  <a:gd name="T5" fmla="*/ 10 h 21"/>
                  <a:gd name="T6" fmla="*/ 10 w 128"/>
                  <a:gd name="T7" fmla="*/ 21 h 21"/>
                  <a:gd name="T8" fmla="*/ 117 w 128"/>
                  <a:gd name="T9" fmla="*/ 21 h 21"/>
                  <a:gd name="T10" fmla="*/ 128 w 128"/>
                  <a:gd name="T11" fmla="*/ 10 h 21"/>
                  <a:gd name="T12" fmla="*/ 117 w 128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21">
                    <a:moveTo>
                      <a:pt x="117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1"/>
                      <a:pt x="10" y="21"/>
                    </a:cubicBezTo>
                    <a:cubicBezTo>
                      <a:pt x="117" y="21"/>
                      <a:pt x="117" y="21"/>
                      <a:pt x="117" y="21"/>
                    </a:cubicBezTo>
                    <a:cubicBezTo>
                      <a:pt x="123" y="21"/>
                      <a:pt x="128" y="16"/>
                      <a:pt x="128" y="10"/>
                    </a:cubicBezTo>
                    <a:cubicBezTo>
                      <a:pt x="128" y="4"/>
                      <a:pt x="123" y="0"/>
                      <a:pt x="1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559"/>
              <p:cNvSpPr>
                <a:spLocks/>
              </p:cNvSpPr>
              <p:nvPr/>
            </p:nvSpPr>
            <p:spPr bwMode="gray">
              <a:xfrm>
                <a:off x="1322" y="2125"/>
                <a:ext cx="85" cy="14"/>
              </a:xfrm>
              <a:custGeom>
                <a:avLst/>
                <a:gdLst>
                  <a:gd name="T0" fmla="*/ 117 w 128"/>
                  <a:gd name="T1" fmla="*/ 0 h 22"/>
                  <a:gd name="T2" fmla="*/ 10 w 128"/>
                  <a:gd name="T3" fmla="*/ 0 h 22"/>
                  <a:gd name="T4" fmla="*/ 0 w 128"/>
                  <a:gd name="T5" fmla="*/ 11 h 22"/>
                  <a:gd name="T6" fmla="*/ 10 w 128"/>
                  <a:gd name="T7" fmla="*/ 22 h 22"/>
                  <a:gd name="T8" fmla="*/ 117 w 128"/>
                  <a:gd name="T9" fmla="*/ 22 h 22"/>
                  <a:gd name="T10" fmla="*/ 128 w 128"/>
                  <a:gd name="T11" fmla="*/ 11 h 22"/>
                  <a:gd name="T12" fmla="*/ 117 w 128"/>
                  <a:gd name="T13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22">
                    <a:moveTo>
                      <a:pt x="117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0" y="17"/>
                      <a:pt x="4" y="22"/>
                      <a:pt x="10" y="22"/>
                    </a:cubicBezTo>
                    <a:cubicBezTo>
                      <a:pt x="117" y="22"/>
                      <a:pt x="117" y="22"/>
                      <a:pt x="117" y="22"/>
                    </a:cubicBezTo>
                    <a:cubicBezTo>
                      <a:pt x="123" y="22"/>
                      <a:pt x="128" y="17"/>
                      <a:pt x="128" y="11"/>
                    </a:cubicBezTo>
                    <a:cubicBezTo>
                      <a:pt x="128" y="5"/>
                      <a:pt x="123" y="0"/>
                      <a:pt x="1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0" name="Freeform 560"/>
              <p:cNvSpPr>
                <a:spLocks/>
              </p:cNvSpPr>
              <p:nvPr/>
            </p:nvSpPr>
            <p:spPr bwMode="gray">
              <a:xfrm>
                <a:off x="1193" y="2051"/>
                <a:ext cx="143" cy="139"/>
              </a:xfrm>
              <a:custGeom>
                <a:avLst/>
                <a:gdLst>
                  <a:gd name="T0" fmla="*/ 209 w 216"/>
                  <a:gd name="T1" fmla="*/ 187 h 209"/>
                  <a:gd name="T2" fmla="*/ 173 w 216"/>
                  <a:gd name="T3" fmla="*/ 179 h 209"/>
                  <a:gd name="T4" fmla="*/ 156 w 216"/>
                  <a:gd name="T5" fmla="*/ 176 h 209"/>
                  <a:gd name="T6" fmla="*/ 145 w 216"/>
                  <a:gd name="T7" fmla="*/ 147 h 209"/>
                  <a:gd name="T8" fmla="*/ 167 w 216"/>
                  <a:gd name="T9" fmla="*/ 96 h 209"/>
                  <a:gd name="T10" fmla="*/ 157 w 216"/>
                  <a:gd name="T11" fmla="*/ 22 h 209"/>
                  <a:gd name="T12" fmla="*/ 109 w 216"/>
                  <a:gd name="T13" fmla="*/ 0 h 209"/>
                  <a:gd name="T14" fmla="*/ 59 w 216"/>
                  <a:gd name="T15" fmla="*/ 22 h 209"/>
                  <a:gd name="T16" fmla="*/ 50 w 216"/>
                  <a:gd name="T17" fmla="*/ 96 h 209"/>
                  <a:gd name="T18" fmla="*/ 72 w 216"/>
                  <a:gd name="T19" fmla="*/ 147 h 209"/>
                  <a:gd name="T20" fmla="*/ 61 w 216"/>
                  <a:gd name="T21" fmla="*/ 176 h 209"/>
                  <a:gd name="T22" fmla="*/ 43 w 216"/>
                  <a:gd name="T23" fmla="*/ 179 h 209"/>
                  <a:gd name="T24" fmla="*/ 7 w 216"/>
                  <a:gd name="T25" fmla="*/ 187 h 209"/>
                  <a:gd name="T26" fmla="*/ 3 w 216"/>
                  <a:gd name="T27" fmla="*/ 202 h 209"/>
                  <a:gd name="T28" fmla="*/ 17 w 216"/>
                  <a:gd name="T29" fmla="*/ 206 h 209"/>
                  <a:gd name="T30" fmla="*/ 45 w 216"/>
                  <a:gd name="T31" fmla="*/ 201 h 209"/>
                  <a:gd name="T32" fmla="*/ 70 w 216"/>
                  <a:gd name="T33" fmla="*/ 196 h 209"/>
                  <a:gd name="T34" fmla="*/ 91 w 216"/>
                  <a:gd name="T35" fmla="*/ 163 h 209"/>
                  <a:gd name="T36" fmla="*/ 90 w 216"/>
                  <a:gd name="T37" fmla="*/ 135 h 209"/>
                  <a:gd name="T38" fmla="*/ 71 w 216"/>
                  <a:gd name="T39" fmla="*/ 91 h 209"/>
                  <a:gd name="T40" fmla="*/ 76 w 216"/>
                  <a:gd name="T41" fmla="*/ 36 h 209"/>
                  <a:gd name="T42" fmla="*/ 109 w 216"/>
                  <a:gd name="T43" fmla="*/ 22 h 209"/>
                  <a:gd name="T44" fmla="*/ 141 w 216"/>
                  <a:gd name="T45" fmla="*/ 36 h 209"/>
                  <a:gd name="T46" fmla="*/ 146 w 216"/>
                  <a:gd name="T47" fmla="*/ 91 h 209"/>
                  <a:gd name="T48" fmla="*/ 127 w 216"/>
                  <a:gd name="T49" fmla="*/ 135 h 209"/>
                  <a:gd name="T50" fmla="*/ 125 w 216"/>
                  <a:gd name="T51" fmla="*/ 163 h 209"/>
                  <a:gd name="T52" fmla="*/ 146 w 216"/>
                  <a:gd name="T53" fmla="*/ 196 h 209"/>
                  <a:gd name="T54" fmla="*/ 171 w 216"/>
                  <a:gd name="T55" fmla="*/ 201 h 209"/>
                  <a:gd name="T56" fmla="*/ 199 w 216"/>
                  <a:gd name="T57" fmla="*/ 206 h 209"/>
                  <a:gd name="T58" fmla="*/ 204 w 216"/>
                  <a:gd name="T59" fmla="*/ 207 h 209"/>
                  <a:gd name="T60" fmla="*/ 214 w 216"/>
                  <a:gd name="T61" fmla="*/ 202 h 209"/>
                  <a:gd name="T62" fmla="*/ 209 w 216"/>
                  <a:gd name="T63" fmla="*/ 187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16" h="209">
                    <a:moveTo>
                      <a:pt x="209" y="187"/>
                    </a:moveTo>
                    <a:cubicBezTo>
                      <a:pt x="199" y="182"/>
                      <a:pt x="185" y="180"/>
                      <a:pt x="173" y="179"/>
                    </a:cubicBezTo>
                    <a:cubicBezTo>
                      <a:pt x="166" y="179"/>
                      <a:pt x="158" y="178"/>
                      <a:pt x="156" y="176"/>
                    </a:cubicBezTo>
                    <a:cubicBezTo>
                      <a:pt x="149" y="173"/>
                      <a:pt x="143" y="153"/>
                      <a:pt x="145" y="147"/>
                    </a:cubicBezTo>
                    <a:cubicBezTo>
                      <a:pt x="153" y="134"/>
                      <a:pt x="162" y="114"/>
                      <a:pt x="167" y="96"/>
                    </a:cubicBezTo>
                    <a:cubicBezTo>
                      <a:pt x="174" y="64"/>
                      <a:pt x="171" y="39"/>
                      <a:pt x="157" y="22"/>
                    </a:cubicBezTo>
                    <a:cubicBezTo>
                      <a:pt x="139" y="0"/>
                      <a:pt x="109" y="0"/>
                      <a:pt x="109" y="0"/>
                    </a:cubicBezTo>
                    <a:cubicBezTo>
                      <a:pt x="107" y="0"/>
                      <a:pt x="78" y="0"/>
                      <a:pt x="59" y="22"/>
                    </a:cubicBezTo>
                    <a:cubicBezTo>
                      <a:pt x="45" y="39"/>
                      <a:pt x="42" y="64"/>
                      <a:pt x="50" y="96"/>
                    </a:cubicBezTo>
                    <a:cubicBezTo>
                      <a:pt x="54" y="114"/>
                      <a:pt x="63" y="134"/>
                      <a:pt x="72" y="147"/>
                    </a:cubicBezTo>
                    <a:cubicBezTo>
                      <a:pt x="73" y="153"/>
                      <a:pt x="67" y="173"/>
                      <a:pt x="61" y="176"/>
                    </a:cubicBezTo>
                    <a:cubicBezTo>
                      <a:pt x="58" y="178"/>
                      <a:pt x="50" y="179"/>
                      <a:pt x="43" y="179"/>
                    </a:cubicBezTo>
                    <a:cubicBezTo>
                      <a:pt x="31" y="180"/>
                      <a:pt x="18" y="182"/>
                      <a:pt x="7" y="187"/>
                    </a:cubicBezTo>
                    <a:cubicBezTo>
                      <a:pt x="2" y="190"/>
                      <a:pt x="0" y="196"/>
                      <a:pt x="3" y="202"/>
                    </a:cubicBezTo>
                    <a:cubicBezTo>
                      <a:pt x="6" y="207"/>
                      <a:pt x="12" y="209"/>
                      <a:pt x="17" y="206"/>
                    </a:cubicBezTo>
                    <a:cubicBezTo>
                      <a:pt x="24" y="202"/>
                      <a:pt x="35" y="201"/>
                      <a:pt x="45" y="201"/>
                    </a:cubicBezTo>
                    <a:cubicBezTo>
                      <a:pt x="55" y="200"/>
                      <a:pt x="64" y="199"/>
                      <a:pt x="70" y="196"/>
                    </a:cubicBezTo>
                    <a:cubicBezTo>
                      <a:pt x="84" y="189"/>
                      <a:pt x="90" y="169"/>
                      <a:pt x="91" y="163"/>
                    </a:cubicBezTo>
                    <a:cubicBezTo>
                      <a:pt x="93" y="154"/>
                      <a:pt x="95" y="142"/>
                      <a:pt x="90" y="135"/>
                    </a:cubicBezTo>
                    <a:cubicBezTo>
                      <a:pt x="82" y="125"/>
                      <a:pt x="74" y="106"/>
                      <a:pt x="71" y="91"/>
                    </a:cubicBezTo>
                    <a:cubicBezTo>
                      <a:pt x="65" y="66"/>
                      <a:pt x="66" y="47"/>
                      <a:pt x="76" y="36"/>
                    </a:cubicBezTo>
                    <a:cubicBezTo>
                      <a:pt x="87" y="21"/>
                      <a:pt x="108" y="21"/>
                      <a:pt x="109" y="22"/>
                    </a:cubicBezTo>
                    <a:cubicBezTo>
                      <a:pt x="109" y="21"/>
                      <a:pt x="129" y="21"/>
                      <a:pt x="141" y="36"/>
                    </a:cubicBezTo>
                    <a:cubicBezTo>
                      <a:pt x="150" y="47"/>
                      <a:pt x="152" y="66"/>
                      <a:pt x="146" y="91"/>
                    </a:cubicBezTo>
                    <a:cubicBezTo>
                      <a:pt x="142" y="106"/>
                      <a:pt x="134" y="125"/>
                      <a:pt x="127" y="135"/>
                    </a:cubicBezTo>
                    <a:cubicBezTo>
                      <a:pt x="122" y="142"/>
                      <a:pt x="123" y="154"/>
                      <a:pt x="125" y="163"/>
                    </a:cubicBezTo>
                    <a:cubicBezTo>
                      <a:pt x="127" y="169"/>
                      <a:pt x="133" y="189"/>
                      <a:pt x="146" y="196"/>
                    </a:cubicBezTo>
                    <a:cubicBezTo>
                      <a:pt x="153" y="199"/>
                      <a:pt x="161" y="200"/>
                      <a:pt x="171" y="201"/>
                    </a:cubicBezTo>
                    <a:cubicBezTo>
                      <a:pt x="181" y="201"/>
                      <a:pt x="192" y="202"/>
                      <a:pt x="199" y="206"/>
                    </a:cubicBezTo>
                    <a:cubicBezTo>
                      <a:pt x="201" y="207"/>
                      <a:pt x="202" y="207"/>
                      <a:pt x="204" y="207"/>
                    </a:cubicBezTo>
                    <a:cubicBezTo>
                      <a:pt x="208" y="207"/>
                      <a:pt x="212" y="205"/>
                      <a:pt x="214" y="202"/>
                    </a:cubicBezTo>
                    <a:cubicBezTo>
                      <a:pt x="216" y="196"/>
                      <a:pt x="214" y="190"/>
                      <a:pt x="209" y="18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4126871-3FBF-DCDC-9B26-47029F4EF52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068313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I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84K/t0WGy9Mhs/PhaeRYkAFAAAAAAADAAAAAAADAAAAAwADAAEA////////BAAAAAMAEAAL5FZn7YksXE2pnPRS1GZczw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BQMAAAAAAAAAAAAACAB////////////////AAAA////////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aAAZMaW5rZWRTaGFwZXNEYXRhUHJvcGVydHlfMAUAAAAAAAQAAAADAAQAAAABAAQAAAADAP///////wMAAgEDAAAAAwD///////8lAAZMaW5rZWRTaGFwZVByZXNlbnRhdGlvblNldHRpbmdzRGF0YV8wBQAAAAEABAAAAAAABAAAAAI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M4K/t0WGy9Mhs/PhaeRYkADRGF0YQAbAAAABExpbmtlZFNoYXBlRGF0YQAFAAAAAAACTmFtZQAZAAAATGlua2VkU2hhcGVzRGF0YVByb3BlcnR5ABBWZXJzaW9uAAAAAAAJTGFzdFdyaXRlAHApCUB4AQAAAAEA/////50AnQAAAAVfaWQAEAAAAATkVmftiSxcTamc9FLUZlzPA0RhdGEAKgAAAAhQcmVzZW50YXRpb25TY2FubmVkRm9yTGlua2VkU2hhcGVzAAEAAk5hbWUAJAAAAExpbmtlZFNoYXBlUHJlc2VudGF0aW9uU2V0dGluZ3NEYXRhABBWZXJzaW9uAAAAAAAJTGFzdFdyaXRlAH8pCUB4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00000000-0000-0000-0000-000000000000"/>
  <p:tag name="MIO_UPDATE" val="True"/>
  <p:tag name="MIO_VERSION" val="01.01.0001 00:00:00"/>
  <p:tag name="MIO_DBID" val=""/>
  <p:tag name="MIO_LASTDOWNLOADED" val="01.01.0001 00:00:00.000"/>
  <p:tag name="MIO_FALLBACK_LAYOUT" val="32"/>
  <p:tag name="MIO_SHOW_DATE" val="False"/>
  <p:tag name="MIO_SHOW_FOOTER" val="False"/>
  <p:tag name="MIO_SHOW_PAGENUMBER" val="False"/>
  <p:tag name="MIO_AVOID_BLANK_LAYOUT" val="False"/>
  <p:tag name="MIO_CD_LAYOUT_VALID_AREA" val="False"/>
  <p:tag name="MIO_NUMBER_OF_VALID_LAYOUTS" val="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31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False"/>
  <p:tag name="MIO_NUMBER_OF_VALID_LAYOUTS" val="46"/>
  <p:tag name="MIO_HDS" val="True"/>
  <p:tag name="MIO_SKIPVERSION" val="01.01.0001 00:00:00"/>
  <p:tag name="MIO_EKGUID" val="a4fc2127-e6ee-4e73-b2a0-71faa570fb8a"/>
  <p:tag name="MIO_UPDATE" val="True"/>
  <p:tag name="MIO_VERSION" val="02.01.2023 08:41:29"/>
  <p:tag name="MIO_DBID" val="fede6900-895c-4459-b97c-72b2b9dac459"/>
  <p:tag name="MIO_LASTDOWNLOADED" val="04.01.2023 09:43:12.028"/>
  <p:tag name="MIO_OBJECTNAME" val="01 Deloitte 16:9 (2022) long"/>
  <p:tag name="MIO_CDID" val="b832c4bc-5070-4232-bfdb-3d42c9da7c2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heme/theme1.xml><?xml version="1.0" encoding="utf-8"?>
<a:theme xmlns:a="http://schemas.openxmlformats.org/drawingml/2006/main" name="Deloitte Brand Theme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 Brand Theme" id="{7F8E7B9C-D1E6-4EAB-A888-5889AFAC97F5}" vid="{EE3CB14B-24FA-49D6-9FDE-EB9FB3296A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EB351E2365CE4AAE6EDAD022246579" ma:contentTypeVersion="18" ma:contentTypeDescription="Create a new document." ma:contentTypeScope="" ma:versionID="40da384a1308a1c78d07398ec4d2fac6">
  <xsd:schema xmlns:xsd="http://www.w3.org/2001/XMLSchema" xmlns:xs="http://www.w3.org/2001/XMLSchema" xmlns:p="http://schemas.microsoft.com/office/2006/metadata/properties" xmlns:ns2="3694d746-df93-4cd7-be35-89b97af2b11a" xmlns:ns3="fed731c7-bf86-4ba7-82c7-ae05fda91e02" targetNamespace="http://schemas.microsoft.com/office/2006/metadata/properties" ma:root="true" ma:fieldsID="05021b977d47449d4f395adfbe9dc24a" ns2:_="" ns3:_="">
    <xsd:import namespace="3694d746-df93-4cd7-be35-89b97af2b11a"/>
    <xsd:import namespace="fed731c7-bf86-4ba7-82c7-ae05fda91e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94d746-df93-4cd7-be35-89b97af2b1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d731c7-bf86-4ba7-82c7-ae05fda91e0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37c73e77-79e2-4d9a-be54-78d0b927cfc9}" ma:internalName="TaxCatchAll" ma:showField="CatchAllData" ma:web="fed731c7-bf86-4ba7-82c7-ae05fda91e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94d746-df93-4cd7-be35-89b97af2b11a">
      <Terms xmlns="http://schemas.microsoft.com/office/infopath/2007/PartnerControls"/>
    </lcf76f155ced4ddcb4097134ff3c332f>
    <TaxCatchAll xmlns="fed731c7-bf86-4ba7-82c7-ae05fda91e02" xsi:nil="true"/>
  </documentManagement>
</p:properties>
</file>

<file path=customXml/itemProps1.xml><?xml version="1.0" encoding="utf-8"?>
<ds:datastoreItem xmlns:ds="http://schemas.openxmlformats.org/officeDocument/2006/customXml" ds:itemID="{6AC5A2E3-9DED-4ED0-BBE5-1E8FDFEAC2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4E3AB8-8CC0-48D5-8D45-F64FD7315B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94d746-df93-4cd7-be35-89b97af2b11a"/>
    <ds:schemaRef ds:uri="fed731c7-bf86-4ba7-82c7-ae05fda91e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79FA5B-B88F-4A7F-970E-32BA1D1FE034}">
  <ds:schemaRefs>
    <ds:schemaRef ds:uri="http://schemas.openxmlformats.org/package/2006/metadata/core-properties"/>
    <ds:schemaRef ds:uri="3694d746-df93-4cd7-be35-89b97af2b11a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fed731c7-bf86-4ba7-82c7-ae05fda91e02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 Brand Theme</Template>
  <TotalTime>0</TotalTime>
  <Words>52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Verdana</vt:lpstr>
      <vt:lpstr>Wingdings 2</vt:lpstr>
      <vt:lpstr>Deloitte Brand Theme</vt:lpstr>
      <vt:lpstr>Profile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Yoosefi, Daniel</dc:creator>
  <cp:lastModifiedBy>Yoosefi, Daniel</cp:lastModifiedBy>
  <cp:revision>2</cp:revision>
  <dcterms:created xsi:type="dcterms:W3CDTF">2020-04-09T19:50:51Z</dcterms:created>
  <dcterms:modified xsi:type="dcterms:W3CDTF">2026-05-26T20:56:11Z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0x010100C8EB351E2365CE4AAE6EDAD022246579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2022-10-04T06:40:06Z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7da42dbf-ec64-4868-97cf-c8514c498f7c</vt:lpwstr>
  </property>
  <property fmtid="{D5CDD505-2E9C-101B-9397-08002B2CF9AE}" pid="9" name="MSIP_Label_ea60d57e-af5b-4752-ac57-3e4f28ca11dc_ContentBits">
    <vt:lpwstr>0</vt:lpwstr>
  </property>
</Properties>
</file>